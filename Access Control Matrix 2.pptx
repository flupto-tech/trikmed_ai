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386" r:id="rId3"/>
    <p:sldId id="387" r:id="rId4"/>
    <p:sldId id="388" r:id="rId5"/>
    <p:sldId id="394" r:id="rId6"/>
    <p:sldId id="389" r:id="rId7"/>
    <p:sldId id="395" r:id="rId8"/>
    <p:sldId id="390" r:id="rId9"/>
    <p:sldId id="396" r:id="rId10"/>
    <p:sldId id="391" r:id="rId11"/>
    <p:sldId id="397" r:id="rId12"/>
    <p:sldId id="392" r:id="rId13"/>
    <p:sldId id="398" r:id="rId14"/>
    <p:sldId id="393" r:id="rId15"/>
    <p:sldId id="399" r:id="rId16"/>
    <p:sldId id="268" r:id="rId17"/>
  </p:sldIdLst>
  <p:sldSz cx="12192000" cy="6858000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0066FF"/>
    <a:srgbClr val="00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44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80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82626E-0B57-47A6-81B4-A53392590FEE}" type="doc">
      <dgm:prSet loTypeId="urn:microsoft.com/office/officeart/2005/8/layout/list1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AB417A3-4274-4015-B549-E4B92DF6135F}">
      <dgm:prSet/>
      <dgm:spPr/>
      <dgm:t>
        <a:bodyPr/>
        <a:lstStyle/>
        <a:p>
          <a:r>
            <a:rPr lang="en-US" dirty="0"/>
            <a:t>Protection state of system</a:t>
          </a:r>
        </a:p>
      </dgm:t>
    </dgm:pt>
    <dgm:pt modelId="{24347843-0A62-4B9E-9A8F-8552DE17B4E3}" type="parTrans" cxnId="{240D9FF7-C45D-4DA3-AF11-5C070C9E7302}">
      <dgm:prSet/>
      <dgm:spPr/>
      <dgm:t>
        <a:bodyPr/>
        <a:lstStyle/>
        <a:p>
          <a:endParaRPr lang="en-US"/>
        </a:p>
      </dgm:t>
    </dgm:pt>
    <dgm:pt modelId="{6B566D3A-6C4B-4066-BCB9-16A59D81C13E}" type="sibTrans" cxnId="{240D9FF7-C45D-4DA3-AF11-5C070C9E7302}">
      <dgm:prSet/>
      <dgm:spPr/>
      <dgm:t>
        <a:bodyPr/>
        <a:lstStyle/>
        <a:p>
          <a:endParaRPr lang="en-US"/>
        </a:p>
      </dgm:t>
    </dgm:pt>
    <dgm:pt modelId="{698910CD-DBD6-47C1-BCD7-B140EBF069BF}">
      <dgm:prSet/>
      <dgm:spPr/>
      <dgm:t>
        <a:bodyPr/>
        <a:lstStyle/>
        <a:p>
          <a:r>
            <a:rPr lang="en-US" dirty="0"/>
            <a:t>Describes current settings, values of system relevant to protection</a:t>
          </a:r>
        </a:p>
      </dgm:t>
    </dgm:pt>
    <dgm:pt modelId="{38613FBB-BF92-498D-A28E-43A058D826D6}" type="parTrans" cxnId="{3501BE44-791C-4D56-B0A2-F5BF288D74CA}">
      <dgm:prSet/>
      <dgm:spPr/>
      <dgm:t>
        <a:bodyPr/>
        <a:lstStyle/>
        <a:p>
          <a:endParaRPr lang="en-US"/>
        </a:p>
      </dgm:t>
    </dgm:pt>
    <dgm:pt modelId="{C3EA2253-4F20-411F-ACC6-F99041B25AB4}" type="sibTrans" cxnId="{3501BE44-791C-4D56-B0A2-F5BF288D74CA}">
      <dgm:prSet/>
      <dgm:spPr/>
      <dgm:t>
        <a:bodyPr/>
        <a:lstStyle/>
        <a:p>
          <a:endParaRPr lang="en-US"/>
        </a:p>
      </dgm:t>
    </dgm:pt>
    <dgm:pt modelId="{7D9EE7B4-1401-4DCB-97D8-7DB9EEE97DDE}">
      <dgm:prSet/>
      <dgm:spPr/>
      <dgm:t>
        <a:bodyPr/>
        <a:lstStyle/>
        <a:p>
          <a:r>
            <a:rPr lang="en-US"/>
            <a:t>Access control matrix</a:t>
          </a:r>
        </a:p>
      </dgm:t>
    </dgm:pt>
    <dgm:pt modelId="{59A5E493-0940-4218-9104-8062C3729E3C}" type="parTrans" cxnId="{D1CB3690-BD83-4A2A-A848-E419AEFCF9A3}">
      <dgm:prSet/>
      <dgm:spPr/>
      <dgm:t>
        <a:bodyPr/>
        <a:lstStyle/>
        <a:p>
          <a:endParaRPr lang="en-US"/>
        </a:p>
      </dgm:t>
    </dgm:pt>
    <dgm:pt modelId="{4F0DF82C-2D83-4A8D-8B85-6C0477D5F15F}" type="sibTrans" cxnId="{D1CB3690-BD83-4A2A-A848-E419AEFCF9A3}">
      <dgm:prSet/>
      <dgm:spPr/>
      <dgm:t>
        <a:bodyPr/>
        <a:lstStyle/>
        <a:p>
          <a:endParaRPr lang="en-US"/>
        </a:p>
      </dgm:t>
    </dgm:pt>
    <dgm:pt modelId="{F1FC155A-CE4F-46AB-941F-CFBDADFC0DBC}">
      <dgm:prSet/>
      <dgm:spPr/>
      <dgm:t>
        <a:bodyPr/>
        <a:lstStyle/>
        <a:p>
          <a:r>
            <a:rPr lang="en-US"/>
            <a:t>Describes protection state precisely</a:t>
          </a:r>
        </a:p>
      </dgm:t>
    </dgm:pt>
    <dgm:pt modelId="{DC514EF6-F1E8-4E6E-A181-103A46BB2916}" type="parTrans" cxnId="{77C4FF9A-3061-4D5C-8661-46E93A4C4383}">
      <dgm:prSet/>
      <dgm:spPr/>
      <dgm:t>
        <a:bodyPr/>
        <a:lstStyle/>
        <a:p>
          <a:endParaRPr lang="en-US"/>
        </a:p>
      </dgm:t>
    </dgm:pt>
    <dgm:pt modelId="{DAB63BA4-4360-44A8-AEC5-11BB27580F9F}" type="sibTrans" cxnId="{77C4FF9A-3061-4D5C-8661-46E93A4C4383}">
      <dgm:prSet/>
      <dgm:spPr/>
      <dgm:t>
        <a:bodyPr/>
        <a:lstStyle/>
        <a:p>
          <a:endParaRPr lang="en-US"/>
        </a:p>
      </dgm:t>
    </dgm:pt>
    <dgm:pt modelId="{E8709672-703D-441E-B156-5C998D1F16B3}">
      <dgm:prSet/>
      <dgm:spPr/>
      <dgm:t>
        <a:bodyPr/>
        <a:lstStyle/>
        <a:p>
          <a:r>
            <a:rPr lang="en-US"/>
            <a:t>Matrix describing rights of subjects</a:t>
          </a:r>
        </a:p>
      </dgm:t>
    </dgm:pt>
    <dgm:pt modelId="{916F9594-7CED-4C7B-BEE7-B52630587B49}" type="parTrans" cxnId="{1C53111C-7EA4-4948-9B08-14A9873E0D13}">
      <dgm:prSet/>
      <dgm:spPr/>
      <dgm:t>
        <a:bodyPr/>
        <a:lstStyle/>
        <a:p>
          <a:endParaRPr lang="en-US"/>
        </a:p>
      </dgm:t>
    </dgm:pt>
    <dgm:pt modelId="{9F2C9387-D652-4F64-AD9F-5D530F2F8356}" type="sibTrans" cxnId="{1C53111C-7EA4-4948-9B08-14A9873E0D13}">
      <dgm:prSet/>
      <dgm:spPr/>
      <dgm:t>
        <a:bodyPr/>
        <a:lstStyle/>
        <a:p>
          <a:endParaRPr lang="en-US"/>
        </a:p>
      </dgm:t>
    </dgm:pt>
    <dgm:pt modelId="{ADD05861-7225-49CC-A2FF-D43C1A74142A}">
      <dgm:prSet/>
      <dgm:spPr/>
      <dgm:t>
        <a:bodyPr/>
        <a:lstStyle/>
        <a:p>
          <a:r>
            <a:rPr lang="en-US"/>
            <a:t>State transitions change elements of matrix</a:t>
          </a:r>
        </a:p>
      </dgm:t>
    </dgm:pt>
    <dgm:pt modelId="{1FFA0B29-2798-4F97-A477-9A8450D0525B}" type="parTrans" cxnId="{F33E3A76-4EDC-4517-9E7A-F4B39690F478}">
      <dgm:prSet/>
      <dgm:spPr/>
      <dgm:t>
        <a:bodyPr/>
        <a:lstStyle/>
        <a:p>
          <a:endParaRPr lang="en-US"/>
        </a:p>
      </dgm:t>
    </dgm:pt>
    <dgm:pt modelId="{5C0E9207-2757-4C37-8915-AAA5486F73CA}" type="sibTrans" cxnId="{F33E3A76-4EDC-4517-9E7A-F4B39690F478}">
      <dgm:prSet/>
      <dgm:spPr/>
      <dgm:t>
        <a:bodyPr/>
        <a:lstStyle/>
        <a:p>
          <a:endParaRPr lang="en-US"/>
        </a:p>
      </dgm:t>
    </dgm:pt>
    <dgm:pt modelId="{CD554198-7486-4C3F-9A70-4C8581AA505C}" type="pres">
      <dgm:prSet presAssocID="{9A82626E-0B57-47A6-81B4-A53392590FEE}" presName="linear" presStyleCnt="0">
        <dgm:presLayoutVars>
          <dgm:dir/>
          <dgm:animLvl val="lvl"/>
          <dgm:resizeHandles val="exact"/>
        </dgm:presLayoutVars>
      </dgm:prSet>
      <dgm:spPr/>
    </dgm:pt>
    <dgm:pt modelId="{EB6A51AE-6450-449A-A713-79ABF129644A}" type="pres">
      <dgm:prSet presAssocID="{9AB417A3-4274-4015-B549-E4B92DF6135F}" presName="parentLin" presStyleCnt="0"/>
      <dgm:spPr/>
    </dgm:pt>
    <dgm:pt modelId="{A0AD4D11-6CB7-49FA-8DE1-9DBC9A39F7ED}" type="pres">
      <dgm:prSet presAssocID="{9AB417A3-4274-4015-B549-E4B92DF6135F}" presName="parentLeftMargin" presStyleLbl="node1" presStyleIdx="0" presStyleCnt="2"/>
      <dgm:spPr/>
    </dgm:pt>
    <dgm:pt modelId="{AC970C82-ECB8-4B46-A9BB-C0516533B468}" type="pres">
      <dgm:prSet presAssocID="{9AB417A3-4274-4015-B549-E4B92DF6135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67AB70E-F8DF-41D5-867C-D5D774DAB927}" type="pres">
      <dgm:prSet presAssocID="{9AB417A3-4274-4015-B549-E4B92DF6135F}" presName="negativeSpace" presStyleCnt="0"/>
      <dgm:spPr/>
    </dgm:pt>
    <dgm:pt modelId="{DA079AD3-F7A4-4B5D-B302-CD88E081576E}" type="pres">
      <dgm:prSet presAssocID="{9AB417A3-4274-4015-B549-E4B92DF6135F}" presName="childText" presStyleLbl="conFgAcc1" presStyleIdx="0" presStyleCnt="2">
        <dgm:presLayoutVars>
          <dgm:bulletEnabled val="1"/>
        </dgm:presLayoutVars>
      </dgm:prSet>
      <dgm:spPr/>
    </dgm:pt>
    <dgm:pt modelId="{637EEE8E-4BC9-4547-9AEF-D2ED718A4983}" type="pres">
      <dgm:prSet presAssocID="{6B566D3A-6C4B-4066-BCB9-16A59D81C13E}" presName="spaceBetweenRectangles" presStyleCnt="0"/>
      <dgm:spPr/>
    </dgm:pt>
    <dgm:pt modelId="{939D0901-4B72-4279-8979-92477AEF471C}" type="pres">
      <dgm:prSet presAssocID="{7D9EE7B4-1401-4DCB-97D8-7DB9EEE97DDE}" presName="parentLin" presStyleCnt="0"/>
      <dgm:spPr/>
    </dgm:pt>
    <dgm:pt modelId="{9A238957-669A-475C-8C72-1C7C35E1AD6D}" type="pres">
      <dgm:prSet presAssocID="{7D9EE7B4-1401-4DCB-97D8-7DB9EEE97DDE}" presName="parentLeftMargin" presStyleLbl="node1" presStyleIdx="0" presStyleCnt="2"/>
      <dgm:spPr/>
    </dgm:pt>
    <dgm:pt modelId="{AF13E832-E2AA-406D-84E1-4DA0BC32E908}" type="pres">
      <dgm:prSet presAssocID="{7D9EE7B4-1401-4DCB-97D8-7DB9EEE97DD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130B72F-1498-44F6-A8DD-2059D804D6F4}" type="pres">
      <dgm:prSet presAssocID="{7D9EE7B4-1401-4DCB-97D8-7DB9EEE97DDE}" presName="negativeSpace" presStyleCnt="0"/>
      <dgm:spPr/>
    </dgm:pt>
    <dgm:pt modelId="{D663DE52-00C1-4ACA-AFCC-91D0B11973D1}" type="pres">
      <dgm:prSet presAssocID="{7D9EE7B4-1401-4DCB-97D8-7DB9EEE97DD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C53111C-7EA4-4948-9B08-14A9873E0D13}" srcId="{7D9EE7B4-1401-4DCB-97D8-7DB9EEE97DDE}" destId="{E8709672-703D-441E-B156-5C998D1F16B3}" srcOrd="1" destOrd="0" parTransId="{916F9594-7CED-4C7B-BEE7-B52630587B49}" sibTransId="{9F2C9387-D652-4F64-AD9F-5D530F2F8356}"/>
    <dgm:cxn modelId="{3501BE44-791C-4D56-B0A2-F5BF288D74CA}" srcId="{9AB417A3-4274-4015-B549-E4B92DF6135F}" destId="{698910CD-DBD6-47C1-BCD7-B140EBF069BF}" srcOrd="0" destOrd="0" parTransId="{38613FBB-BF92-498D-A28E-43A058D826D6}" sibTransId="{C3EA2253-4F20-411F-ACC6-F99041B25AB4}"/>
    <dgm:cxn modelId="{F33E3A76-4EDC-4517-9E7A-F4B39690F478}" srcId="{7D9EE7B4-1401-4DCB-97D8-7DB9EEE97DDE}" destId="{ADD05861-7225-49CC-A2FF-D43C1A74142A}" srcOrd="2" destOrd="0" parTransId="{1FFA0B29-2798-4F97-A477-9A8450D0525B}" sibTransId="{5C0E9207-2757-4C37-8915-AAA5486F73CA}"/>
    <dgm:cxn modelId="{D87A4456-A097-4BA0-AE31-B80707F6C128}" type="presOf" srcId="{9AB417A3-4274-4015-B549-E4B92DF6135F}" destId="{AC970C82-ECB8-4B46-A9BB-C0516533B468}" srcOrd="1" destOrd="0" presId="urn:microsoft.com/office/officeart/2005/8/layout/list1"/>
    <dgm:cxn modelId="{D1CB3690-BD83-4A2A-A848-E419AEFCF9A3}" srcId="{9A82626E-0B57-47A6-81B4-A53392590FEE}" destId="{7D9EE7B4-1401-4DCB-97D8-7DB9EEE97DDE}" srcOrd="1" destOrd="0" parTransId="{59A5E493-0940-4218-9104-8062C3729E3C}" sibTransId="{4F0DF82C-2D83-4A8D-8B85-6C0477D5F15F}"/>
    <dgm:cxn modelId="{C2BFED98-FED5-418B-9DB1-5B875D3D0D3E}" type="presOf" srcId="{E8709672-703D-441E-B156-5C998D1F16B3}" destId="{D663DE52-00C1-4ACA-AFCC-91D0B11973D1}" srcOrd="0" destOrd="1" presId="urn:microsoft.com/office/officeart/2005/8/layout/list1"/>
    <dgm:cxn modelId="{77C4FF9A-3061-4D5C-8661-46E93A4C4383}" srcId="{7D9EE7B4-1401-4DCB-97D8-7DB9EEE97DDE}" destId="{F1FC155A-CE4F-46AB-941F-CFBDADFC0DBC}" srcOrd="0" destOrd="0" parTransId="{DC514EF6-F1E8-4E6E-A181-103A46BB2916}" sibTransId="{DAB63BA4-4360-44A8-AEC5-11BB27580F9F}"/>
    <dgm:cxn modelId="{5F891AA2-1795-4C1A-A9CC-C1D3B9055639}" type="presOf" srcId="{7D9EE7B4-1401-4DCB-97D8-7DB9EEE97DDE}" destId="{9A238957-669A-475C-8C72-1C7C35E1AD6D}" srcOrd="0" destOrd="0" presId="urn:microsoft.com/office/officeart/2005/8/layout/list1"/>
    <dgm:cxn modelId="{EFB089A3-A468-4BB0-AA23-8EBB6871162C}" type="presOf" srcId="{698910CD-DBD6-47C1-BCD7-B140EBF069BF}" destId="{DA079AD3-F7A4-4B5D-B302-CD88E081576E}" srcOrd="0" destOrd="0" presId="urn:microsoft.com/office/officeart/2005/8/layout/list1"/>
    <dgm:cxn modelId="{0722D3C1-D613-43CD-83A8-9DDA443F3849}" type="presOf" srcId="{F1FC155A-CE4F-46AB-941F-CFBDADFC0DBC}" destId="{D663DE52-00C1-4ACA-AFCC-91D0B11973D1}" srcOrd="0" destOrd="0" presId="urn:microsoft.com/office/officeart/2005/8/layout/list1"/>
    <dgm:cxn modelId="{EC9982C8-48E9-49CF-802F-E7E784492F15}" type="presOf" srcId="{9AB417A3-4274-4015-B549-E4B92DF6135F}" destId="{A0AD4D11-6CB7-49FA-8DE1-9DBC9A39F7ED}" srcOrd="0" destOrd="0" presId="urn:microsoft.com/office/officeart/2005/8/layout/list1"/>
    <dgm:cxn modelId="{C94434CC-852C-4BC4-BF47-F8F44644C0ED}" type="presOf" srcId="{7D9EE7B4-1401-4DCB-97D8-7DB9EEE97DDE}" destId="{AF13E832-E2AA-406D-84E1-4DA0BC32E908}" srcOrd="1" destOrd="0" presId="urn:microsoft.com/office/officeart/2005/8/layout/list1"/>
    <dgm:cxn modelId="{0EDA74DF-3CA8-44C4-A429-D0FB6F1983C9}" type="presOf" srcId="{ADD05861-7225-49CC-A2FF-D43C1A74142A}" destId="{D663DE52-00C1-4ACA-AFCC-91D0B11973D1}" srcOrd="0" destOrd="2" presId="urn:microsoft.com/office/officeart/2005/8/layout/list1"/>
    <dgm:cxn modelId="{240D9FF7-C45D-4DA3-AF11-5C070C9E7302}" srcId="{9A82626E-0B57-47A6-81B4-A53392590FEE}" destId="{9AB417A3-4274-4015-B549-E4B92DF6135F}" srcOrd="0" destOrd="0" parTransId="{24347843-0A62-4B9E-9A8F-8552DE17B4E3}" sibTransId="{6B566D3A-6C4B-4066-BCB9-16A59D81C13E}"/>
    <dgm:cxn modelId="{79E365F9-E365-405A-82EF-5A522036AFAE}" type="presOf" srcId="{9A82626E-0B57-47A6-81B4-A53392590FEE}" destId="{CD554198-7486-4C3F-9A70-4C8581AA505C}" srcOrd="0" destOrd="0" presId="urn:microsoft.com/office/officeart/2005/8/layout/list1"/>
    <dgm:cxn modelId="{B14312CF-8C71-4CF6-966C-DDD01A6E0C73}" type="presParOf" srcId="{CD554198-7486-4C3F-9A70-4C8581AA505C}" destId="{EB6A51AE-6450-449A-A713-79ABF129644A}" srcOrd="0" destOrd="0" presId="urn:microsoft.com/office/officeart/2005/8/layout/list1"/>
    <dgm:cxn modelId="{43C4B16A-BB1D-4622-88CF-69EE9BD6B30D}" type="presParOf" srcId="{EB6A51AE-6450-449A-A713-79ABF129644A}" destId="{A0AD4D11-6CB7-49FA-8DE1-9DBC9A39F7ED}" srcOrd="0" destOrd="0" presId="urn:microsoft.com/office/officeart/2005/8/layout/list1"/>
    <dgm:cxn modelId="{FE25CA93-5030-4ADF-9DE0-6AFFC51AC518}" type="presParOf" srcId="{EB6A51AE-6450-449A-A713-79ABF129644A}" destId="{AC970C82-ECB8-4B46-A9BB-C0516533B468}" srcOrd="1" destOrd="0" presId="urn:microsoft.com/office/officeart/2005/8/layout/list1"/>
    <dgm:cxn modelId="{F952B063-3E3D-4DFB-8AE6-9C93248C2DB7}" type="presParOf" srcId="{CD554198-7486-4C3F-9A70-4C8581AA505C}" destId="{D67AB70E-F8DF-41D5-867C-D5D774DAB927}" srcOrd="1" destOrd="0" presId="urn:microsoft.com/office/officeart/2005/8/layout/list1"/>
    <dgm:cxn modelId="{851063B0-C80E-45C4-9864-69B3B9E421CE}" type="presParOf" srcId="{CD554198-7486-4C3F-9A70-4C8581AA505C}" destId="{DA079AD3-F7A4-4B5D-B302-CD88E081576E}" srcOrd="2" destOrd="0" presId="urn:microsoft.com/office/officeart/2005/8/layout/list1"/>
    <dgm:cxn modelId="{91146464-99D9-4D5A-AC65-FC63D0B681B4}" type="presParOf" srcId="{CD554198-7486-4C3F-9A70-4C8581AA505C}" destId="{637EEE8E-4BC9-4547-9AEF-D2ED718A4983}" srcOrd="3" destOrd="0" presId="urn:microsoft.com/office/officeart/2005/8/layout/list1"/>
    <dgm:cxn modelId="{03C2E26D-C20B-4C3D-9B2D-A7E16281AE67}" type="presParOf" srcId="{CD554198-7486-4C3F-9A70-4C8581AA505C}" destId="{939D0901-4B72-4279-8979-92477AEF471C}" srcOrd="4" destOrd="0" presId="urn:microsoft.com/office/officeart/2005/8/layout/list1"/>
    <dgm:cxn modelId="{19F0DA61-C1B7-4CD9-B983-099A566D792C}" type="presParOf" srcId="{939D0901-4B72-4279-8979-92477AEF471C}" destId="{9A238957-669A-475C-8C72-1C7C35E1AD6D}" srcOrd="0" destOrd="0" presId="urn:microsoft.com/office/officeart/2005/8/layout/list1"/>
    <dgm:cxn modelId="{0D0E71E5-D7BE-40F4-8B66-F17DCAD8BE78}" type="presParOf" srcId="{939D0901-4B72-4279-8979-92477AEF471C}" destId="{AF13E832-E2AA-406D-84E1-4DA0BC32E908}" srcOrd="1" destOrd="0" presId="urn:microsoft.com/office/officeart/2005/8/layout/list1"/>
    <dgm:cxn modelId="{418057E7-4EDC-42C3-A3D2-72F7BE61A752}" type="presParOf" srcId="{CD554198-7486-4C3F-9A70-4C8581AA505C}" destId="{F130B72F-1498-44F6-A8DD-2059D804D6F4}" srcOrd="5" destOrd="0" presId="urn:microsoft.com/office/officeart/2005/8/layout/list1"/>
    <dgm:cxn modelId="{A5B5A7F5-E4CC-4491-AF0C-B1C4B360EF7F}" type="presParOf" srcId="{CD554198-7486-4C3F-9A70-4C8581AA505C}" destId="{D663DE52-00C1-4ACA-AFCC-91D0B11973D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D738C3-E36A-49B1-A724-E847F7D4C11D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1CDE361-9F68-4F74-952B-989CC6006015}">
      <dgm:prSet/>
      <dgm:spPr/>
      <dgm:t>
        <a:bodyPr/>
        <a:lstStyle/>
        <a:p>
          <a:r>
            <a:rPr lang="en-US"/>
            <a:t>Change the protection state of system</a:t>
          </a:r>
        </a:p>
      </dgm:t>
    </dgm:pt>
    <dgm:pt modelId="{9EA5B50E-A454-4336-9705-34BC9BEFD077}" type="parTrans" cxnId="{F64CDA79-C137-4F98-A5CD-48A601F60E68}">
      <dgm:prSet/>
      <dgm:spPr/>
      <dgm:t>
        <a:bodyPr/>
        <a:lstStyle/>
        <a:p>
          <a:endParaRPr lang="en-US"/>
        </a:p>
      </dgm:t>
    </dgm:pt>
    <dgm:pt modelId="{EAAD2F7B-2423-46DC-B64A-92B3F431AD49}" type="sibTrans" cxnId="{F64CDA79-C137-4F98-A5CD-48A601F60E68}">
      <dgm:prSet/>
      <dgm:spPr/>
      <dgm:t>
        <a:bodyPr/>
        <a:lstStyle/>
        <a:p>
          <a:endParaRPr lang="en-US"/>
        </a:p>
      </dgm:t>
    </dgm:pt>
    <dgm:pt modelId="{D9902ED3-6FAC-422D-B93F-8CDA9D27B1CD}">
      <dgm:prSet/>
      <dgm:spPr/>
      <dgm:t>
        <a:bodyPr/>
        <a:lstStyle/>
        <a:p>
          <a:r>
            <a:rPr lang="en-US"/>
            <a:t>|– represents transition</a:t>
          </a:r>
        </a:p>
      </dgm:t>
    </dgm:pt>
    <dgm:pt modelId="{40D07D38-5033-4FC3-981A-B2772DFE265A}" type="parTrans" cxnId="{17B63CB3-F621-4EF3-B5B0-AAC50E8C1582}">
      <dgm:prSet/>
      <dgm:spPr/>
      <dgm:t>
        <a:bodyPr/>
        <a:lstStyle/>
        <a:p>
          <a:endParaRPr lang="en-US"/>
        </a:p>
      </dgm:t>
    </dgm:pt>
    <dgm:pt modelId="{93E9BB1C-E81D-45A9-8EE8-5933F0812EF6}" type="sibTrans" cxnId="{17B63CB3-F621-4EF3-B5B0-AAC50E8C1582}">
      <dgm:prSet/>
      <dgm:spPr/>
      <dgm:t>
        <a:bodyPr/>
        <a:lstStyle/>
        <a:p>
          <a:endParaRPr lang="en-US"/>
        </a:p>
      </dgm:t>
    </dgm:pt>
    <dgm:pt modelId="{B433F90B-9EE0-4189-8F4E-C6F2743EA49E}">
      <dgm:prSet/>
      <dgm:spPr/>
      <dgm:t>
        <a:bodyPr/>
        <a:lstStyle/>
        <a:p>
          <a:r>
            <a:rPr lang="en-US" i="1" dirty="0"/>
            <a:t>X</a:t>
          </a:r>
          <a:r>
            <a:rPr lang="en-US" i="1" baseline="-25000" dirty="0"/>
            <a:t>i</a:t>
          </a:r>
          <a:r>
            <a:rPr lang="en-US" dirty="0"/>
            <a:t> |– </a:t>
          </a:r>
          <a:r>
            <a:rPr lang="en-US" baseline="-25000" dirty="0">
              <a:sym typeface="Symbol" panose="05050102010706020507" pitchFamily="18" charset="2"/>
            </a:rPr>
            <a:t></a:t>
          </a:r>
          <a:r>
            <a:rPr lang="en-US" i="1" baseline="-50000" dirty="0">
              <a:sym typeface="Symbol" panose="05050102010706020507" pitchFamily="18" charset="2"/>
            </a:rPr>
            <a:t>i</a:t>
          </a:r>
          <a:r>
            <a:rPr lang="en-US" baseline="-50000" dirty="0">
              <a:sym typeface="Symbol" panose="05050102010706020507" pitchFamily="18" charset="2"/>
            </a:rPr>
            <a:t>+1</a:t>
          </a:r>
          <a:r>
            <a:rPr lang="en-US" dirty="0"/>
            <a:t> </a:t>
          </a:r>
          <a:r>
            <a:rPr lang="en-US" i="1" dirty="0"/>
            <a:t>X</a:t>
          </a:r>
          <a:r>
            <a:rPr lang="en-US" i="1" baseline="-25000" dirty="0"/>
            <a:t>i</a:t>
          </a:r>
          <a:r>
            <a:rPr lang="en-US" baseline="-25000" dirty="0"/>
            <a:t>+1</a:t>
          </a:r>
          <a:r>
            <a:rPr lang="en-US" dirty="0"/>
            <a:t>: command </a:t>
          </a:r>
          <a:r>
            <a:rPr lang="en-US" dirty="0">
              <a:sym typeface="Symbol" panose="05050102010706020507" pitchFamily="18" charset="2"/>
            </a:rPr>
            <a:t></a:t>
          </a:r>
          <a:r>
            <a:rPr lang="en-US" i="1" baseline="-25000" dirty="0">
              <a:sym typeface="Symbol" panose="05050102010706020507" pitchFamily="18" charset="2"/>
            </a:rPr>
            <a:t>i</a:t>
          </a:r>
          <a:r>
            <a:rPr lang="en-US" baseline="-25000" dirty="0">
              <a:sym typeface="Symbol" panose="05050102010706020507" pitchFamily="18" charset="2"/>
            </a:rPr>
            <a:t>+1</a:t>
          </a:r>
          <a:r>
            <a:rPr lang="en-US" dirty="0"/>
            <a:t> moves system from state </a:t>
          </a:r>
          <a:r>
            <a:rPr lang="en-US" i="1" dirty="0"/>
            <a:t>X</a:t>
          </a:r>
          <a:r>
            <a:rPr lang="en-US" i="1" baseline="-25000" dirty="0"/>
            <a:t>i</a:t>
          </a:r>
          <a:r>
            <a:rPr lang="en-US" dirty="0"/>
            <a:t> to </a:t>
          </a:r>
          <a:r>
            <a:rPr lang="en-US" i="1" dirty="0"/>
            <a:t>X</a:t>
          </a:r>
          <a:r>
            <a:rPr lang="en-US" i="1" baseline="-25000" dirty="0"/>
            <a:t>i</a:t>
          </a:r>
          <a:r>
            <a:rPr lang="en-US" baseline="-25000" dirty="0"/>
            <a:t>+1</a:t>
          </a:r>
          <a:endParaRPr lang="en-US" dirty="0"/>
        </a:p>
      </dgm:t>
    </dgm:pt>
    <dgm:pt modelId="{CCFADC16-D894-491E-B0F5-99C3B9A9EFC7}" type="parTrans" cxnId="{65A14EDE-E90E-40DB-96C0-69A0E869D3E8}">
      <dgm:prSet/>
      <dgm:spPr/>
      <dgm:t>
        <a:bodyPr/>
        <a:lstStyle/>
        <a:p>
          <a:endParaRPr lang="en-US"/>
        </a:p>
      </dgm:t>
    </dgm:pt>
    <dgm:pt modelId="{611C08D5-A82F-455B-9A3C-17276C38271B}" type="sibTrans" cxnId="{65A14EDE-E90E-40DB-96C0-69A0E869D3E8}">
      <dgm:prSet/>
      <dgm:spPr/>
      <dgm:t>
        <a:bodyPr/>
        <a:lstStyle/>
        <a:p>
          <a:endParaRPr lang="en-US"/>
        </a:p>
      </dgm:t>
    </dgm:pt>
    <dgm:pt modelId="{A045C799-ABCB-4838-BE80-66A4B80C49F5}">
      <dgm:prSet/>
      <dgm:spPr/>
      <dgm:t>
        <a:bodyPr/>
        <a:lstStyle/>
        <a:p>
          <a:r>
            <a:rPr lang="en-US" i="1" dirty="0"/>
            <a:t>X</a:t>
          </a:r>
          <a:r>
            <a:rPr lang="en-US" i="1" baseline="-25000" dirty="0"/>
            <a:t>i</a:t>
          </a:r>
          <a:r>
            <a:rPr lang="en-US" dirty="0"/>
            <a:t> |– </a:t>
          </a:r>
          <a:r>
            <a:rPr lang="en-US" baseline="30000" dirty="0"/>
            <a:t>*</a:t>
          </a:r>
          <a:r>
            <a:rPr lang="en-US" dirty="0"/>
            <a:t> </a:t>
          </a:r>
          <a:r>
            <a:rPr lang="en-US" i="1" dirty="0" err="1"/>
            <a:t>X</a:t>
          </a:r>
          <a:r>
            <a:rPr lang="en-US" i="1" baseline="-25000" dirty="0" err="1"/>
            <a:t>i</a:t>
          </a:r>
          <a:r>
            <a:rPr lang="en-US" baseline="-25000" dirty="0" err="1"/>
            <a:t>+k</a:t>
          </a:r>
          <a:r>
            <a:rPr lang="en-US" dirty="0"/>
            <a:t>: a sequence of commands moves system from state </a:t>
          </a:r>
          <a:r>
            <a:rPr lang="en-US" i="1" dirty="0"/>
            <a:t>X</a:t>
          </a:r>
          <a:r>
            <a:rPr lang="en-US" i="1" baseline="-25000" dirty="0"/>
            <a:t>i</a:t>
          </a:r>
          <a:r>
            <a:rPr lang="en-US" dirty="0"/>
            <a:t> to </a:t>
          </a:r>
          <a:r>
            <a:rPr lang="en-US" i="1" dirty="0" err="1"/>
            <a:t>X</a:t>
          </a:r>
          <a:r>
            <a:rPr lang="en-US" i="1" baseline="-25000" dirty="0" err="1"/>
            <a:t>i</a:t>
          </a:r>
          <a:r>
            <a:rPr lang="en-US" baseline="-25000" dirty="0" err="1"/>
            <a:t>+k</a:t>
          </a:r>
          <a:endParaRPr lang="en-US" dirty="0"/>
        </a:p>
      </dgm:t>
    </dgm:pt>
    <dgm:pt modelId="{755F5B07-15AC-45CA-9D0E-9BD1E6D7F4C6}" type="parTrans" cxnId="{3D6B6D52-BF0C-401F-97BA-83B1D6412441}">
      <dgm:prSet/>
      <dgm:spPr/>
      <dgm:t>
        <a:bodyPr/>
        <a:lstStyle/>
        <a:p>
          <a:endParaRPr lang="en-US"/>
        </a:p>
      </dgm:t>
    </dgm:pt>
    <dgm:pt modelId="{DD65174A-E97C-4B7F-8552-8E4FCF41C8D4}" type="sibTrans" cxnId="{3D6B6D52-BF0C-401F-97BA-83B1D6412441}">
      <dgm:prSet/>
      <dgm:spPr/>
      <dgm:t>
        <a:bodyPr/>
        <a:lstStyle/>
        <a:p>
          <a:endParaRPr lang="en-US"/>
        </a:p>
      </dgm:t>
    </dgm:pt>
    <dgm:pt modelId="{66874A3E-6D83-4FCB-AEEE-2E6DA389FBBD}">
      <dgm:prSet/>
      <dgm:spPr/>
      <dgm:t>
        <a:bodyPr/>
        <a:lstStyle/>
        <a:p>
          <a:r>
            <a:rPr lang="en-US"/>
            <a:t>Commands often called </a:t>
          </a:r>
          <a:r>
            <a:rPr lang="en-US" i="1"/>
            <a:t>transformation procedures</a:t>
          </a:r>
          <a:endParaRPr lang="en-US"/>
        </a:p>
      </dgm:t>
    </dgm:pt>
    <dgm:pt modelId="{0C6FCCA5-2683-46B3-BCE8-7D40D780952B}" type="parTrans" cxnId="{896B1FE8-3CD9-4754-BD9A-C74F2ECA5555}">
      <dgm:prSet/>
      <dgm:spPr/>
      <dgm:t>
        <a:bodyPr/>
        <a:lstStyle/>
        <a:p>
          <a:endParaRPr lang="en-US"/>
        </a:p>
      </dgm:t>
    </dgm:pt>
    <dgm:pt modelId="{19A4EDB7-EC4B-429A-9653-114D9651D43C}" type="sibTrans" cxnId="{896B1FE8-3CD9-4754-BD9A-C74F2ECA5555}">
      <dgm:prSet/>
      <dgm:spPr/>
      <dgm:t>
        <a:bodyPr/>
        <a:lstStyle/>
        <a:p>
          <a:endParaRPr lang="en-US"/>
        </a:p>
      </dgm:t>
    </dgm:pt>
    <dgm:pt modelId="{561B4FFE-BDE9-4D81-80D3-E940677A5E87}" type="pres">
      <dgm:prSet presAssocID="{6ED738C3-E36A-49B1-A724-E847F7D4C11D}" presName="linear" presStyleCnt="0">
        <dgm:presLayoutVars>
          <dgm:dir/>
          <dgm:animLvl val="lvl"/>
          <dgm:resizeHandles val="exact"/>
        </dgm:presLayoutVars>
      </dgm:prSet>
      <dgm:spPr/>
    </dgm:pt>
    <dgm:pt modelId="{67A665B4-BA69-4EE8-96DC-3BAFBADD5999}" type="pres">
      <dgm:prSet presAssocID="{F1CDE361-9F68-4F74-952B-989CC6006015}" presName="parentLin" presStyleCnt="0"/>
      <dgm:spPr/>
    </dgm:pt>
    <dgm:pt modelId="{DA4085C8-C89F-4AFD-8064-53E63BB5239A}" type="pres">
      <dgm:prSet presAssocID="{F1CDE361-9F68-4F74-952B-989CC6006015}" presName="parentLeftMargin" presStyleLbl="node1" presStyleIdx="0" presStyleCnt="3"/>
      <dgm:spPr/>
    </dgm:pt>
    <dgm:pt modelId="{D24EC1BC-4EA8-4660-A3B9-0C14EB23B257}" type="pres">
      <dgm:prSet presAssocID="{F1CDE361-9F68-4F74-952B-989CC600601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42B8CB-B5E3-4619-A64D-61B9B3EDC6CF}" type="pres">
      <dgm:prSet presAssocID="{F1CDE361-9F68-4F74-952B-989CC6006015}" presName="negativeSpace" presStyleCnt="0"/>
      <dgm:spPr/>
    </dgm:pt>
    <dgm:pt modelId="{20F8D881-3680-4396-81C4-404A1565B834}" type="pres">
      <dgm:prSet presAssocID="{F1CDE361-9F68-4F74-952B-989CC6006015}" presName="childText" presStyleLbl="conFgAcc1" presStyleIdx="0" presStyleCnt="3">
        <dgm:presLayoutVars>
          <dgm:bulletEnabled val="1"/>
        </dgm:presLayoutVars>
      </dgm:prSet>
      <dgm:spPr/>
    </dgm:pt>
    <dgm:pt modelId="{2F435490-A5CB-4E6F-A5F9-5421B7D24C73}" type="pres">
      <dgm:prSet presAssocID="{EAAD2F7B-2423-46DC-B64A-92B3F431AD49}" presName="spaceBetweenRectangles" presStyleCnt="0"/>
      <dgm:spPr/>
    </dgm:pt>
    <dgm:pt modelId="{D5C3FC95-7982-43E4-B29D-1BD3486909CA}" type="pres">
      <dgm:prSet presAssocID="{D9902ED3-6FAC-422D-B93F-8CDA9D27B1CD}" presName="parentLin" presStyleCnt="0"/>
      <dgm:spPr/>
    </dgm:pt>
    <dgm:pt modelId="{9B7E06E0-7C24-4211-8333-A0DB01670743}" type="pres">
      <dgm:prSet presAssocID="{D9902ED3-6FAC-422D-B93F-8CDA9D27B1CD}" presName="parentLeftMargin" presStyleLbl="node1" presStyleIdx="0" presStyleCnt="3"/>
      <dgm:spPr/>
    </dgm:pt>
    <dgm:pt modelId="{DDE803CD-B968-48F9-AAFC-8DDB23DEFBAF}" type="pres">
      <dgm:prSet presAssocID="{D9902ED3-6FAC-422D-B93F-8CDA9D27B1C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7B6E333-89FD-46E2-BFA5-8BC2261302F6}" type="pres">
      <dgm:prSet presAssocID="{D9902ED3-6FAC-422D-B93F-8CDA9D27B1CD}" presName="negativeSpace" presStyleCnt="0"/>
      <dgm:spPr/>
    </dgm:pt>
    <dgm:pt modelId="{94B38FAE-6EFE-4FCF-870E-D963E36899D1}" type="pres">
      <dgm:prSet presAssocID="{D9902ED3-6FAC-422D-B93F-8CDA9D27B1CD}" presName="childText" presStyleLbl="conFgAcc1" presStyleIdx="1" presStyleCnt="3">
        <dgm:presLayoutVars>
          <dgm:bulletEnabled val="1"/>
        </dgm:presLayoutVars>
      </dgm:prSet>
      <dgm:spPr/>
    </dgm:pt>
    <dgm:pt modelId="{D9B80334-F7C5-4D8C-8FE7-1953AFDACBDD}" type="pres">
      <dgm:prSet presAssocID="{93E9BB1C-E81D-45A9-8EE8-5933F0812EF6}" presName="spaceBetweenRectangles" presStyleCnt="0"/>
      <dgm:spPr/>
    </dgm:pt>
    <dgm:pt modelId="{30AD5E77-AF50-4205-B208-14C9852136C4}" type="pres">
      <dgm:prSet presAssocID="{66874A3E-6D83-4FCB-AEEE-2E6DA389FBBD}" presName="parentLin" presStyleCnt="0"/>
      <dgm:spPr/>
    </dgm:pt>
    <dgm:pt modelId="{7762ABC7-C337-4CDC-8020-ECF508908EA3}" type="pres">
      <dgm:prSet presAssocID="{66874A3E-6D83-4FCB-AEEE-2E6DA389FBBD}" presName="parentLeftMargin" presStyleLbl="node1" presStyleIdx="1" presStyleCnt="3"/>
      <dgm:spPr/>
    </dgm:pt>
    <dgm:pt modelId="{4E39D01D-A366-468C-9FF6-1C99968688EA}" type="pres">
      <dgm:prSet presAssocID="{66874A3E-6D83-4FCB-AEEE-2E6DA389FBB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DB7A61E-EA7E-4D49-8901-0F647D9FABE1}" type="pres">
      <dgm:prSet presAssocID="{66874A3E-6D83-4FCB-AEEE-2E6DA389FBBD}" presName="negativeSpace" presStyleCnt="0"/>
      <dgm:spPr/>
    </dgm:pt>
    <dgm:pt modelId="{71D9F835-B59E-41E9-A7C4-AD591AD81AF9}" type="pres">
      <dgm:prSet presAssocID="{66874A3E-6D83-4FCB-AEEE-2E6DA389FBB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A564906-295E-4A10-92B5-3FC1F179A173}" type="presOf" srcId="{66874A3E-6D83-4FCB-AEEE-2E6DA389FBBD}" destId="{7762ABC7-C337-4CDC-8020-ECF508908EA3}" srcOrd="0" destOrd="0" presId="urn:microsoft.com/office/officeart/2005/8/layout/list1"/>
    <dgm:cxn modelId="{E4B2882E-9B0D-471D-AD15-B0684562B3F5}" type="presOf" srcId="{D9902ED3-6FAC-422D-B93F-8CDA9D27B1CD}" destId="{DDE803CD-B968-48F9-AAFC-8DDB23DEFBAF}" srcOrd="1" destOrd="0" presId="urn:microsoft.com/office/officeart/2005/8/layout/list1"/>
    <dgm:cxn modelId="{47FEF035-3E01-4F38-8C4B-261BC183506B}" type="presOf" srcId="{A045C799-ABCB-4838-BE80-66A4B80C49F5}" destId="{94B38FAE-6EFE-4FCF-870E-D963E36899D1}" srcOrd="0" destOrd="1" presId="urn:microsoft.com/office/officeart/2005/8/layout/list1"/>
    <dgm:cxn modelId="{EF759A5D-A02C-4B91-9892-A33A1884A380}" type="presOf" srcId="{6ED738C3-E36A-49B1-A724-E847F7D4C11D}" destId="{561B4FFE-BDE9-4D81-80D3-E940677A5E87}" srcOrd="0" destOrd="0" presId="urn:microsoft.com/office/officeart/2005/8/layout/list1"/>
    <dgm:cxn modelId="{BEAB4860-E7BD-4995-9125-F3DE2DDA3EC2}" type="presOf" srcId="{D9902ED3-6FAC-422D-B93F-8CDA9D27B1CD}" destId="{9B7E06E0-7C24-4211-8333-A0DB01670743}" srcOrd="0" destOrd="0" presId="urn:microsoft.com/office/officeart/2005/8/layout/list1"/>
    <dgm:cxn modelId="{D6756863-DE9F-439C-AF42-EE123243E3C5}" type="presOf" srcId="{B433F90B-9EE0-4189-8F4E-C6F2743EA49E}" destId="{94B38FAE-6EFE-4FCF-870E-D963E36899D1}" srcOrd="0" destOrd="0" presId="urn:microsoft.com/office/officeart/2005/8/layout/list1"/>
    <dgm:cxn modelId="{38BA4951-C7E0-43E1-87D6-B8C7DE317D3C}" type="presOf" srcId="{66874A3E-6D83-4FCB-AEEE-2E6DA389FBBD}" destId="{4E39D01D-A366-468C-9FF6-1C99968688EA}" srcOrd="1" destOrd="0" presId="urn:microsoft.com/office/officeart/2005/8/layout/list1"/>
    <dgm:cxn modelId="{3D6B6D52-BF0C-401F-97BA-83B1D6412441}" srcId="{D9902ED3-6FAC-422D-B93F-8CDA9D27B1CD}" destId="{A045C799-ABCB-4838-BE80-66A4B80C49F5}" srcOrd="1" destOrd="0" parTransId="{755F5B07-15AC-45CA-9D0E-9BD1E6D7F4C6}" sibTransId="{DD65174A-E97C-4B7F-8552-8E4FCF41C8D4}"/>
    <dgm:cxn modelId="{F64CDA79-C137-4F98-A5CD-48A601F60E68}" srcId="{6ED738C3-E36A-49B1-A724-E847F7D4C11D}" destId="{F1CDE361-9F68-4F74-952B-989CC6006015}" srcOrd="0" destOrd="0" parTransId="{9EA5B50E-A454-4336-9705-34BC9BEFD077}" sibTransId="{EAAD2F7B-2423-46DC-B64A-92B3F431AD49}"/>
    <dgm:cxn modelId="{17B63CB3-F621-4EF3-B5B0-AAC50E8C1582}" srcId="{6ED738C3-E36A-49B1-A724-E847F7D4C11D}" destId="{D9902ED3-6FAC-422D-B93F-8CDA9D27B1CD}" srcOrd="1" destOrd="0" parTransId="{40D07D38-5033-4FC3-981A-B2772DFE265A}" sibTransId="{93E9BB1C-E81D-45A9-8EE8-5933F0812EF6}"/>
    <dgm:cxn modelId="{65A14EDE-E90E-40DB-96C0-69A0E869D3E8}" srcId="{D9902ED3-6FAC-422D-B93F-8CDA9D27B1CD}" destId="{B433F90B-9EE0-4189-8F4E-C6F2743EA49E}" srcOrd="0" destOrd="0" parTransId="{CCFADC16-D894-491E-B0F5-99C3B9A9EFC7}" sibTransId="{611C08D5-A82F-455B-9A3C-17276C38271B}"/>
    <dgm:cxn modelId="{215C91DF-AF18-4F81-BA4C-CA93B2A9AB2B}" type="presOf" srcId="{F1CDE361-9F68-4F74-952B-989CC6006015}" destId="{D24EC1BC-4EA8-4660-A3B9-0C14EB23B257}" srcOrd="1" destOrd="0" presId="urn:microsoft.com/office/officeart/2005/8/layout/list1"/>
    <dgm:cxn modelId="{896B1FE8-3CD9-4754-BD9A-C74F2ECA5555}" srcId="{6ED738C3-E36A-49B1-A724-E847F7D4C11D}" destId="{66874A3E-6D83-4FCB-AEEE-2E6DA389FBBD}" srcOrd="2" destOrd="0" parTransId="{0C6FCCA5-2683-46B3-BCE8-7D40D780952B}" sibTransId="{19A4EDB7-EC4B-429A-9653-114D9651D43C}"/>
    <dgm:cxn modelId="{33DB6DF9-5C71-4E6B-82E0-08485EDE8597}" type="presOf" srcId="{F1CDE361-9F68-4F74-952B-989CC6006015}" destId="{DA4085C8-C89F-4AFD-8064-53E63BB5239A}" srcOrd="0" destOrd="0" presId="urn:microsoft.com/office/officeart/2005/8/layout/list1"/>
    <dgm:cxn modelId="{4FA0799A-DFAF-4CB1-81B8-4BC48963E40C}" type="presParOf" srcId="{561B4FFE-BDE9-4D81-80D3-E940677A5E87}" destId="{67A665B4-BA69-4EE8-96DC-3BAFBADD5999}" srcOrd="0" destOrd="0" presId="urn:microsoft.com/office/officeart/2005/8/layout/list1"/>
    <dgm:cxn modelId="{C873C7E0-ED40-4B94-B663-93AE7E65BA3D}" type="presParOf" srcId="{67A665B4-BA69-4EE8-96DC-3BAFBADD5999}" destId="{DA4085C8-C89F-4AFD-8064-53E63BB5239A}" srcOrd="0" destOrd="0" presId="urn:microsoft.com/office/officeart/2005/8/layout/list1"/>
    <dgm:cxn modelId="{7D2AE880-D55D-4DC4-AAA0-4596E6D56242}" type="presParOf" srcId="{67A665B4-BA69-4EE8-96DC-3BAFBADD5999}" destId="{D24EC1BC-4EA8-4660-A3B9-0C14EB23B257}" srcOrd="1" destOrd="0" presId="urn:microsoft.com/office/officeart/2005/8/layout/list1"/>
    <dgm:cxn modelId="{B8C5F6E5-EE6B-442C-9A47-57215F1FCE97}" type="presParOf" srcId="{561B4FFE-BDE9-4D81-80D3-E940677A5E87}" destId="{5E42B8CB-B5E3-4619-A64D-61B9B3EDC6CF}" srcOrd="1" destOrd="0" presId="urn:microsoft.com/office/officeart/2005/8/layout/list1"/>
    <dgm:cxn modelId="{72ED4AC7-9F6F-4C31-9B7A-DBA808CB4ECB}" type="presParOf" srcId="{561B4FFE-BDE9-4D81-80D3-E940677A5E87}" destId="{20F8D881-3680-4396-81C4-404A1565B834}" srcOrd="2" destOrd="0" presId="urn:microsoft.com/office/officeart/2005/8/layout/list1"/>
    <dgm:cxn modelId="{362359E7-5CB8-40F9-9D96-E6FFE0E32EAC}" type="presParOf" srcId="{561B4FFE-BDE9-4D81-80D3-E940677A5E87}" destId="{2F435490-A5CB-4E6F-A5F9-5421B7D24C73}" srcOrd="3" destOrd="0" presId="urn:microsoft.com/office/officeart/2005/8/layout/list1"/>
    <dgm:cxn modelId="{A593FDA3-0027-46CC-BD3A-4C6A97C17048}" type="presParOf" srcId="{561B4FFE-BDE9-4D81-80D3-E940677A5E87}" destId="{D5C3FC95-7982-43E4-B29D-1BD3486909CA}" srcOrd="4" destOrd="0" presId="urn:microsoft.com/office/officeart/2005/8/layout/list1"/>
    <dgm:cxn modelId="{BC10AFBE-48FA-405D-95AA-F3CD35C7EFC0}" type="presParOf" srcId="{D5C3FC95-7982-43E4-B29D-1BD3486909CA}" destId="{9B7E06E0-7C24-4211-8333-A0DB01670743}" srcOrd="0" destOrd="0" presId="urn:microsoft.com/office/officeart/2005/8/layout/list1"/>
    <dgm:cxn modelId="{745D80B5-B121-453E-8322-66DD876D6881}" type="presParOf" srcId="{D5C3FC95-7982-43E4-B29D-1BD3486909CA}" destId="{DDE803CD-B968-48F9-AAFC-8DDB23DEFBAF}" srcOrd="1" destOrd="0" presId="urn:microsoft.com/office/officeart/2005/8/layout/list1"/>
    <dgm:cxn modelId="{22817DE4-9A53-41AF-AA62-EAF57E8ABA09}" type="presParOf" srcId="{561B4FFE-BDE9-4D81-80D3-E940677A5E87}" destId="{A7B6E333-89FD-46E2-BFA5-8BC2261302F6}" srcOrd="5" destOrd="0" presId="urn:microsoft.com/office/officeart/2005/8/layout/list1"/>
    <dgm:cxn modelId="{16D54FF6-4E7F-4592-A7CB-AF20BD5B4127}" type="presParOf" srcId="{561B4FFE-BDE9-4D81-80D3-E940677A5E87}" destId="{94B38FAE-6EFE-4FCF-870E-D963E36899D1}" srcOrd="6" destOrd="0" presId="urn:microsoft.com/office/officeart/2005/8/layout/list1"/>
    <dgm:cxn modelId="{7F54AD80-D53F-4915-AF6A-0B881BA50402}" type="presParOf" srcId="{561B4FFE-BDE9-4D81-80D3-E940677A5E87}" destId="{D9B80334-F7C5-4D8C-8FE7-1953AFDACBDD}" srcOrd="7" destOrd="0" presId="urn:microsoft.com/office/officeart/2005/8/layout/list1"/>
    <dgm:cxn modelId="{911BE02D-537E-4C3C-BC46-E20AFFEFD4FC}" type="presParOf" srcId="{561B4FFE-BDE9-4D81-80D3-E940677A5E87}" destId="{30AD5E77-AF50-4205-B208-14C9852136C4}" srcOrd="8" destOrd="0" presId="urn:microsoft.com/office/officeart/2005/8/layout/list1"/>
    <dgm:cxn modelId="{AA0643AB-8EE2-401F-A410-93C746534B24}" type="presParOf" srcId="{30AD5E77-AF50-4205-B208-14C9852136C4}" destId="{7762ABC7-C337-4CDC-8020-ECF508908EA3}" srcOrd="0" destOrd="0" presId="urn:microsoft.com/office/officeart/2005/8/layout/list1"/>
    <dgm:cxn modelId="{01172ED6-1D16-484D-AEC5-A080CECD8160}" type="presParOf" srcId="{30AD5E77-AF50-4205-B208-14C9852136C4}" destId="{4E39D01D-A366-468C-9FF6-1C99968688EA}" srcOrd="1" destOrd="0" presId="urn:microsoft.com/office/officeart/2005/8/layout/list1"/>
    <dgm:cxn modelId="{3E059A66-EEC8-4462-8EC7-689C78080E8C}" type="presParOf" srcId="{561B4FFE-BDE9-4D81-80D3-E940677A5E87}" destId="{BDB7A61E-EA7E-4D49-8901-0F647D9FABE1}" srcOrd="9" destOrd="0" presId="urn:microsoft.com/office/officeart/2005/8/layout/list1"/>
    <dgm:cxn modelId="{BE7B7DCF-32C2-4529-ACA3-91F014D64E42}" type="presParOf" srcId="{561B4FFE-BDE9-4D81-80D3-E940677A5E87}" destId="{71D9F835-B59E-41E9-A7C4-AD591AD81AF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39FC0A-2805-45CA-B34B-BC00C7BFC7A3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AA165F0-B237-48DA-9E89-7407049BCD98}">
      <dgm:prSet custT="1"/>
      <dgm:spPr/>
      <dgm:t>
        <a:bodyPr/>
        <a:lstStyle/>
        <a:p>
          <a:r>
            <a:rPr lang="en-US" sz="2400"/>
            <a:t>Create</a:t>
          </a:r>
        </a:p>
      </dgm:t>
    </dgm:pt>
    <dgm:pt modelId="{AFBBA717-9F3A-472A-BC5D-764B97DE180D}" type="parTrans" cxnId="{740E55B2-BE79-4A42-9FE2-4FB996BE957C}">
      <dgm:prSet/>
      <dgm:spPr/>
      <dgm:t>
        <a:bodyPr/>
        <a:lstStyle/>
        <a:p>
          <a:endParaRPr lang="en-US" sz="2400"/>
        </a:p>
      </dgm:t>
    </dgm:pt>
    <dgm:pt modelId="{E346A31B-6B9F-432E-8944-0C5CCD3BBF06}" type="sibTrans" cxnId="{740E55B2-BE79-4A42-9FE2-4FB996BE957C}">
      <dgm:prSet/>
      <dgm:spPr/>
      <dgm:t>
        <a:bodyPr/>
        <a:lstStyle/>
        <a:p>
          <a:endParaRPr lang="en-US" sz="2400"/>
        </a:p>
      </dgm:t>
    </dgm:pt>
    <dgm:pt modelId="{E930996A-DFCF-49C2-8125-FAA290723223}">
      <dgm:prSet custT="1"/>
      <dgm:spPr/>
      <dgm:t>
        <a:bodyPr/>
        <a:lstStyle/>
        <a:p>
          <a:r>
            <a:rPr lang="en-US" sz="2400"/>
            <a:t>create subject s; create object o</a:t>
          </a:r>
        </a:p>
      </dgm:t>
    </dgm:pt>
    <dgm:pt modelId="{160B5EDF-5FD0-4E1F-A44F-0BFD7DFF7125}" type="parTrans" cxnId="{D073D745-02DF-4696-A5FD-7570F9BE7AAA}">
      <dgm:prSet/>
      <dgm:spPr/>
      <dgm:t>
        <a:bodyPr/>
        <a:lstStyle/>
        <a:p>
          <a:endParaRPr lang="en-US" sz="2400"/>
        </a:p>
      </dgm:t>
    </dgm:pt>
    <dgm:pt modelId="{916E386B-978F-4E02-93AA-4B9CB5CC9311}" type="sibTrans" cxnId="{D073D745-02DF-4696-A5FD-7570F9BE7AAA}">
      <dgm:prSet/>
      <dgm:spPr/>
      <dgm:t>
        <a:bodyPr/>
        <a:lstStyle/>
        <a:p>
          <a:endParaRPr lang="en-US" sz="2400"/>
        </a:p>
      </dgm:t>
    </dgm:pt>
    <dgm:pt modelId="{A05BFAC9-F6D2-4127-9748-6EF938E9F1EB}">
      <dgm:prSet custT="1"/>
      <dgm:spPr/>
      <dgm:t>
        <a:bodyPr/>
        <a:lstStyle/>
        <a:p>
          <a:r>
            <a:rPr lang="en-US" sz="2400"/>
            <a:t>Creates new row, column in ACM; creates new column in ACM</a:t>
          </a:r>
        </a:p>
      </dgm:t>
    </dgm:pt>
    <dgm:pt modelId="{AEDBA9F3-0DEF-4E47-933F-E0E79B11A732}" type="parTrans" cxnId="{B5BA14DF-BA78-47F0-9BAA-F561E1BAD1A2}">
      <dgm:prSet/>
      <dgm:spPr/>
      <dgm:t>
        <a:bodyPr/>
        <a:lstStyle/>
        <a:p>
          <a:endParaRPr lang="en-US" sz="2400"/>
        </a:p>
      </dgm:t>
    </dgm:pt>
    <dgm:pt modelId="{1170CC00-13B6-4A49-8635-B15C8ABEA47C}" type="sibTrans" cxnId="{B5BA14DF-BA78-47F0-9BAA-F561E1BAD1A2}">
      <dgm:prSet/>
      <dgm:spPr/>
      <dgm:t>
        <a:bodyPr/>
        <a:lstStyle/>
        <a:p>
          <a:endParaRPr lang="en-US" sz="2400"/>
        </a:p>
      </dgm:t>
    </dgm:pt>
    <dgm:pt modelId="{D717D1B4-E52D-4485-8EE1-3D213CFB1458}">
      <dgm:prSet custT="1"/>
      <dgm:spPr/>
      <dgm:t>
        <a:bodyPr/>
        <a:lstStyle/>
        <a:p>
          <a:r>
            <a:rPr lang="en-US" sz="2400"/>
            <a:t>Destroy</a:t>
          </a:r>
        </a:p>
      </dgm:t>
    </dgm:pt>
    <dgm:pt modelId="{4734F849-2903-454D-A261-C78C5BEE4727}" type="parTrans" cxnId="{EE2BB071-7458-470C-9C97-7A5BC4EA770A}">
      <dgm:prSet/>
      <dgm:spPr/>
      <dgm:t>
        <a:bodyPr/>
        <a:lstStyle/>
        <a:p>
          <a:endParaRPr lang="en-US" sz="2400"/>
        </a:p>
      </dgm:t>
    </dgm:pt>
    <dgm:pt modelId="{D71B5894-6030-4423-ABE2-2FDBF9B86D4E}" type="sibTrans" cxnId="{EE2BB071-7458-470C-9C97-7A5BC4EA770A}">
      <dgm:prSet/>
      <dgm:spPr/>
      <dgm:t>
        <a:bodyPr/>
        <a:lstStyle/>
        <a:p>
          <a:endParaRPr lang="en-US" sz="2400"/>
        </a:p>
      </dgm:t>
    </dgm:pt>
    <dgm:pt modelId="{55DA473A-FCE3-4C40-92DF-49B861995B0E}">
      <dgm:prSet custT="1"/>
      <dgm:spPr/>
      <dgm:t>
        <a:bodyPr/>
        <a:lstStyle/>
        <a:p>
          <a:r>
            <a:rPr lang="en-US" sz="2400"/>
            <a:t>destroy subject s; destroy object o</a:t>
          </a:r>
        </a:p>
      </dgm:t>
    </dgm:pt>
    <dgm:pt modelId="{4879208A-86EB-43F5-A8C8-49BE3FD91022}" type="parTrans" cxnId="{D725744A-49D5-400F-A6FC-382E3A6A082E}">
      <dgm:prSet/>
      <dgm:spPr/>
      <dgm:t>
        <a:bodyPr/>
        <a:lstStyle/>
        <a:p>
          <a:endParaRPr lang="en-US" sz="2400"/>
        </a:p>
      </dgm:t>
    </dgm:pt>
    <dgm:pt modelId="{32B06D99-41DD-4944-8D58-5DAAC70A1EFF}" type="sibTrans" cxnId="{D725744A-49D5-400F-A6FC-382E3A6A082E}">
      <dgm:prSet/>
      <dgm:spPr/>
      <dgm:t>
        <a:bodyPr/>
        <a:lstStyle/>
        <a:p>
          <a:endParaRPr lang="en-US" sz="2400"/>
        </a:p>
      </dgm:t>
    </dgm:pt>
    <dgm:pt modelId="{6EDE8538-30CB-4BC3-A928-80D97B9EBE7A}">
      <dgm:prSet custT="1"/>
      <dgm:spPr/>
      <dgm:t>
        <a:bodyPr/>
        <a:lstStyle/>
        <a:p>
          <a:r>
            <a:rPr lang="en-US" sz="2400"/>
            <a:t>Deletes row, column from ACM; deletes column from ACM</a:t>
          </a:r>
        </a:p>
      </dgm:t>
    </dgm:pt>
    <dgm:pt modelId="{B3ABCAED-25A4-438B-9A85-1497F65B2E18}" type="parTrans" cxnId="{CB63119E-4BB1-4B6A-BDD9-099D9DDC3C66}">
      <dgm:prSet/>
      <dgm:spPr/>
      <dgm:t>
        <a:bodyPr/>
        <a:lstStyle/>
        <a:p>
          <a:endParaRPr lang="en-US" sz="2400"/>
        </a:p>
      </dgm:t>
    </dgm:pt>
    <dgm:pt modelId="{63315631-F5B2-4AC5-9DD6-E6C6EE87EF6E}" type="sibTrans" cxnId="{CB63119E-4BB1-4B6A-BDD9-099D9DDC3C66}">
      <dgm:prSet/>
      <dgm:spPr/>
      <dgm:t>
        <a:bodyPr/>
        <a:lstStyle/>
        <a:p>
          <a:endParaRPr lang="en-US" sz="2400"/>
        </a:p>
      </dgm:t>
    </dgm:pt>
    <dgm:pt modelId="{E9BF041C-47E1-46DE-B35C-677950D4549F}">
      <dgm:prSet custT="1"/>
      <dgm:spPr/>
      <dgm:t>
        <a:bodyPr/>
        <a:lstStyle/>
        <a:p>
          <a:r>
            <a:rPr lang="en-US" sz="2400"/>
            <a:t>Enter</a:t>
          </a:r>
        </a:p>
      </dgm:t>
    </dgm:pt>
    <dgm:pt modelId="{526AF527-0897-4D56-828C-AA4A038C6F52}" type="parTrans" cxnId="{505B25B8-3291-4581-9C87-CBD0D341AD01}">
      <dgm:prSet/>
      <dgm:spPr/>
      <dgm:t>
        <a:bodyPr/>
        <a:lstStyle/>
        <a:p>
          <a:endParaRPr lang="en-US" sz="2400"/>
        </a:p>
      </dgm:t>
    </dgm:pt>
    <dgm:pt modelId="{F7739659-F5EF-4FC5-B574-C1CB81606828}" type="sibTrans" cxnId="{505B25B8-3291-4581-9C87-CBD0D341AD01}">
      <dgm:prSet/>
      <dgm:spPr/>
      <dgm:t>
        <a:bodyPr/>
        <a:lstStyle/>
        <a:p>
          <a:endParaRPr lang="en-US" sz="2400"/>
        </a:p>
      </dgm:t>
    </dgm:pt>
    <dgm:pt modelId="{73699F0F-7738-4C77-8573-C855282A729F}">
      <dgm:prSet custT="1"/>
      <dgm:spPr/>
      <dgm:t>
        <a:bodyPr/>
        <a:lstStyle/>
        <a:p>
          <a:r>
            <a:rPr lang="en-US" sz="2400" dirty="0"/>
            <a:t>enter r into A[s, o]</a:t>
          </a:r>
        </a:p>
      </dgm:t>
    </dgm:pt>
    <dgm:pt modelId="{55029FA6-2DBD-468C-B305-DD367D85C34C}" type="parTrans" cxnId="{9ADAA6C1-1BF3-4368-9E83-41291B6DD7D9}">
      <dgm:prSet/>
      <dgm:spPr/>
      <dgm:t>
        <a:bodyPr/>
        <a:lstStyle/>
        <a:p>
          <a:endParaRPr lang="en-US" sz="2400"/>
        </a:p>
      </dgm:t>
    </dgm:pt>
    <dgm:pt modelId="{57B3F437-5E04-4CE5-966F-3E64C1A80E60}" type="sibTrans" cxnId="{9ADAA6C1-1BF3-4368-9E83-41291B6DD7D9}">
      <dgm:prSet/>
      <dgm:spPr/>
      <dgm:t>
        <a:bodyPr/>
        <a:lstStyle/>
        <a:p>
          <a:endParaRPr lang="en-US" sz="2400"/>
        </a:p>
      </dgm:t>
    </dgm:pt>
    <dgm:pt modelId="{F4852150-D389-4451-B9C9-DA4D3E96779F}">
      <dgm:prSet custT="1"/>
      <dgm:spPr/>
      <dgm:t>
        <a:bodyPr/>
        <a:lstStyle/>
        <a:p>
          <a:r>
            <a:rPr lang="en-US" sz="2400" dirty="0"/>
            <a:t>Adds r right(s) for subject s over object  o</a:t>
          </a:r>
        </a:p>
      </dgm:t>
    </dgm:pt>
    <dgm:pt modelId="{CD35BAA2-2294-4095-88E8-EBA554E86C9A}" type="parTrans" cxnId="{5946DEBA-BD16-4992-9351-51D5DDA91FC9}">
      <dgm:prSet/>
      <dgm:spPr/>
      <dgm:t>
        <a:bodyPr/>
        <a:lstStyle/>
        <a:p>
          <a:endParaRPr lang="en-US" sz="2400"/>
        </a:p>
      </dgm:t>
    </dgm:pt>
    <dgm:pt modelId="{CA2E0F16-4251-4CBE-B8A5-3A50E875436B}" type="sibTrans" cxnId="{5946DEBA-BD16-4992-9351-51D5DDA91FC9}">
      <dgm:prSet/>
      <dgm:spPr/>
      <dgm:t>
        <a:bodyPr/>
        <a:lstStyle/>
        <a:p>
          <a:endParaRPr lang="en-US" sz="2400"/>
        </a:p>
      </dgm:t>
    </dgm:pt>
    <dgm:pt modelId="{0324235A-829A-4E6D-8441-DDEA82177E5B}">
      <dgm:prSet custT="1"/>
      <dgm:spPr/>
      <dgm:t>
        <a:bodyPr/>
        <a:lstStyle/>
        <a:p>
          <a:r>
            <a:rPr lang="en-US" sz="2400"/>
            <a:t>Delete</a:t>
          </a:r>
        </a:p>
      </dgm:t>
    </dgm:pt>
    <dgm:pt modelId="{7AA79353-E176-4AA2-8D90-1ED1184F2DFA}" type="parTrans" cxnId="{1FD5312E-0D1F-4593-950F-D215B3C6D4FC}">
      <dgm:prSet/>
      <dgm:spPr/>
      <dgm:t>
        <a:bodyPr/>
        <a:lstStyle/>
        <a:p>
          <a:endParaRPr lang="en-US" sz="2400"/>
        </a:p>
      </dgm:t>
    </dgm:pt>
    <dgm:pt modelId="{AA3E67F4-D6D3-4962-A6A9-9071C234D76A}" type="sibTrans" cxnId="{1FD5312E-0D1F-4593-950F-D215B3C6D4FC}">
      <dgm:prSet/>
      <dgm:spPr/>
      <dgm:t>
        <a:bodyPr/>
        <a:lstStyle/>
        <a:p>
          <a:endParaRPr lang="en-US" sz="2400"/>
        </a:p>
      </dgm:t>
    </dgm:pt>
    <dgm:pt modelId="{64DCB3B3-538F-4B79-9A05-05DCCB6725B9}">
      <dgm:prSet custT="1"/>
      <dgm:spPr/>
      <dgm:t>
        <a:bodyPr/>
        <a:lstStyle/>
        <a:p>
          <a:r>
            <a:rPr lang="en-US" sz="2400"/>
            <a:t>delete r from A[s, o]</a:t>
          </a:r>
        </a:p>
      </dgm:t>
    </dgm:pt>
    <dgm:pt modelId="{79DEEFE7-5F35-4255-9EEA-FD5180FD8C38}" type="sibTrans" cxnId="{F0653346-8BFF-433B-97E4-74AEE261B589}">
      <dgm:prSet/>
      <dgm:spPr/>
      <dgm:t>
        <a:bodyPr/>
        <a:lstStyle/>
        <a:p>
          <a:endParaRPr lang="en-US" sz="2400"/>
        </a:p>
      </dgm:t>
    </dgm:pt>
    <dgm:pt modelId="{68AE3ED9-434A-4290-A1C1-9D0CDADBC0F3}" type="parTrans" cxnId="{F0653346-8BFF-433B-97E4-74AEE261B589}">
      <dgm:prSet/>
      <dgm:spPr/>
      <dgm:t>
        <a:bodyPr/>
        <a:lstStyle/>
        <a:p>
          <a:endParaRPr lang="en-US" sz="2400"/>
        </a:p>
      </dgm:t>
    </dgm:pt>
    <dgm:pt modelId="{D1763FDF-BE49-43D9-A7C7-D80C095D61DA}">
      <dgm:prSet custT="1"/>
      <dgm:spPr/>
      <dgm:t>
        <a:bodyPr/>
        <a:lstStyle/>
        <a:p>
          <a:r>
            <a:rPr lang="en-US" sz="2400" dirty="0"/>
            <a:t>Removes r right(s) from subject s over object  o</a:t>
          </a:r>
        </a:p>
      </dgm:t>
    </dgm:pt>
    <dgm:pt modelId="{8F557DE9-F6B7-4C47-AB77-7D4ADC950A22}" type="sibTrans" cxnId="{A9E2DEAA-4938-4A5A-8EA5-43B60D3E03BF}">
      <dgm:prSet/>
      <dgm:spPr/>
      <dgm:t>
        <a:bodyPr/>
        <a:lstStyle/>
        <a:p>
          <a:endParaRPr lang="en-US" sz="2400"/>
        </a:p>
      </dgm:t>
    </dgm:pt>
    <dgm:pt modelId="{C470152C-2FE1-4C35-B2F5-952962149721}" type="parTrans" cxnId="{A9E2DEAA-4938-4A5A-8EA5-43B60D3E03BF}">
      <dgm:prSet/>
      <dgm:spPr/>
      <dgm:t>
        <a:bodyPr/>
        <a:lstStyle/>
        <a:p>
          <a:endParaRPr lang="en-US" sz="2400"/>
        </a:p>
      </dgm:t>
    </dgm:pt>
    <dgm:pt modelId="{7C39AACD-E7E5-4C1D-8D57-3962FE3EA336}" type="pres">
      <dgm:prSet presAssocID="{F639FC0A-2805-45CA-B34B-BC00C7BFC7A3}" presName="Name0" presStyleCnt="0">
        <dgm:presLayoutVars>
          <dgm:dir/>
          <dgm:animLvl val="lvl"/>
          <dgm:resizeHandles val="exact"/>
        </dgm:presLayoutVars>
      </dgm:prSet>
      <dgm:spPr/>
    </dgm:pt>
    <dgm:pt modelId="{FB1BAC32-CF54-4771-BF4F-2244AF4B7429}" type="pres">
      <dgm:prSet presAssocID="{FAA165F0-B237-48DA-9E89-7407049BCD98}" presName="linNode" presStyleCnt="0"/>
      <dgm:spPr/>
    </dgm:pt>
    <dgm:pt modelId="{C3FE4611-6062-4E9D-A5E8-AD4B4DC9DFB9}" type="pres">
      <dgm:prSet presAssocID="{FAA165F0-B237-48DA-9E89-7407049BCD98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20A7240E-4EDA-4ED7-9694-6CC492667D1C}" type="pres">
      <dgm:prSet presAssocID="{FAA165F0-B237-48DA-9E89-7407049BCD98}" presName="descendantText" presStyleLbl="alignAccFollowNode1" presStyleIdx="0" presStyleCnt="4">
        <dgm:presLayoutVars>
          <dgm:bulletEnabled/>
        </dgm:presLayoutVars>
      </dgm:prSet>
      <dgm:spPr/>
    </dgm:pt>
    <dgm:pt modelId="{762B9E3D-67C8-4EBC-B2B8-12CF4F057A7E}" type="pres">
      <dgm:prSet presAssocID="{E346A31B-6B9F-432E-8944-0C5CCD3BBF06}" presName="sp" presStyleCnt="0"/>
      <dgm:spPr/>
    </dgm:pt>
    <dgm:pt modelId="{D0D0B659-D1AF-48EB-B781-DD3525209084}" type="pres">
      <dgm:prSet presAssocID="{D717D1B4-E52D-4485-8EE1-3D213CFB1458}" presName="linNode" presStyleCnt="0"/>
      <dgm:spPr/>
    </dgm:pt>
    <dgm:pt modelId="{C60E5CC3-8042-4681-B161-90E0CF68B72E}" type="pres">
      <dgm:prSet presAssocID="{D717D1B4-E52D-4485-8EE1-3D213CFB1458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96BEB5B9-3D2B-4A61-82D1-A39D9C1B0BAB}" type="pres">
      <dgm:prSet presAssocID="{D717D1B4-E52D-4485-8EE1-3D213CFB1458}" presName="descendantText" presStyleLbl="alignAccFollowNode1" presStyleIdx="1" presStyleCnt="4">
        <dgm:presLayoutVars>
          <dgm:bulletEnabled/>
        </dgm:presLayoutVars>
      </dgm:prSet>
      <dgm:spPr/>
    </dgm:pt>
    <dgm:pt modelId="{44BE1512-4410-41A0-BE92-0F09C42F9317}" type="pres">
      <dgm:prSet presAssocID="{D71B5894-6030-4423-ABE2-2FDBF9B86D4E}" presName="sp" presStyleCnt="0"/>
      <dgm:spPr/>
    </dgm:pt>
    <dgm:pt modelId="{1B2E4BAA-60DD-4991-BAC9-83B967B51D86}" type="pres">
      <dgm:prSet presAssocID="{E9BF041C-47E1-46DE-B35C-677950D4549F}" presName="linNode" presStyleCnt="0"/>
      <dgm:spPr/>
    </dgm:pt>
    <dgm:pt modelId="{77B44645-C5CC-4090-9AD5-48BA30E191F8}" type="pres">
      <dgm:prSet presAssocID="{E9BF041C-47E1-46DE-B35C-677950D4549F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9E837736-C3EB-4A27-99D4-B7BDC4898DB8}" type="pres">
      <dgm:prSet presAssocID="{E9BF041C-47E1-46DE-B35C-677950D4549F}" presName="descendantText" presStyleLbl="alignAccFollowNode1" presStyleIdx="2" presStyleCnt="4">
        <dgm:presLayoutVars>
          <dgm:bulletEnabled/>
        </dgm:presLayoutVars>
      </dgm:prSet>
      <dgm:spPr/>
    </dgm:pt>
    <dgm:pt modelId="{8911EECF-FAB1-4ED4-A726-5A634D289950}" type="pres">
      <dgm:prSet presAssocID="{F7739659-F5EF-4FC5-B574-C1CB81606828}" presName="sp" presStyleCnt="0"/>
      <dgm:spPr/>
    </dgm:pt>
    <dgm:pt modelId="{34924AB1-335B-41C5-AF83-D2308EAFD2DC}" type="pres">
      <dgm:prSet presAssocID="{0324235A-829A-4E6D-8441-DDEA82177E5B}" presName="linNode" presStyleCnt="0"/>
      <dgm:spPr/>
    </dgm:pt>
    <dgm:pt modelId="{26E8C1E0-F0FA-4FD3-B3A9-CED5ABBADC9C}" type="pres">
      <dgm:prSet presAssocID="{0324235A-829A-4E6D-8441-DDEA82177E5B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C4F57707-AFDB-47A6-BFDE-D77F61DA745A}" type="pres">
      <dgm:prSet presAssocID="{0324235A-829A-4E6D-8441-DDEA82177E5B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A2A96307-40F9-44E0-B360-83123BC46D96}" type="presOf" srcId="{0324235A-829A-4E6D-8441-DDEA82177E5B}" destId="{26E8C1E0-F0FA-4FD3-B3A9-CED5ABBADC9C}" srcOrd="0" destOrd="0" presId="urn:microsoft.com/office/officeart/2016/7/layout/VerticalSolidActionList"/>
    <dgm:cxn modelId="{9C2DC00F-AFFF-46DE-ACDF-E4C23C21A20C}" type="presOf" srcId="{64DCB3B3-538F-4B79-9A05-05DCCB6725B9}" destId="{C4F57707-AFDB-47A6-BFDE-D77F61DA745A}" srcOrd="0" destOrd="0" presId="urn:microsoft.com/office/officeart/2016/7/layout/VerticalSolidActionList"/>
    <dgm:cxn modelId="{FEE5A014-C964-476C-9147-273469369592}" type="presOf" srcId="{F639FC0A-2805-45CA-B34B-BC00C7BFC7A3}" destId="{7C39AACD-E7E5-4C1D-8D57-3962FE3EA336}" srcOrd="0" destOrd="0" presId="urn:microsoft.com/office/officeart/2016/7/layout/VerticalSolidActionList"/>
    <dgm:cxn modelId="{86C84E25-FB38-4EA9-A50E-699A3B4C7A1F}" type="presOf" srcId="{FAA165F0-B237-48DA-9E89-7407049BCD98}" destId="{C3FE4611-6062-4E9D-A5E8-AD4B4DC9DFB9}" srcOrd="0" destOrd="0" presId="urn:microsoft.com/office/officeart/2016/7/layout/VerticalSolidActionList"/>
    <dgm:cxn modelId="{1FD5312E-0D1F-4593-950F-D215B3C6D4FC}" srcId="{F639FC0A-2805-45CA-B34B-BC00C7BFC7A3}" destId="{0324235A-829A-4E6D-8441-DDEA82177E5B}" srcOrd="3" destOrd="0" parTransId="{7AA79353-E176-4AA2-8D90-1ED1184F2DFA}" sibTransId="{AA3E67F4-D6D3-4962-A6A9-9071C234D76A}"/>
    <dgm:cxn modelId="{77DCCB60-9E50-42C7-A2A8-0C266299A0AE}" type="presOf" srcId="{E9BF041C-47E1-46DE-B35C-677950D4549F}" destId="{77B44645-C5CC-4090-9AD5-48BA30E191F8}" srcOrd="0" destOrd="0" presId="urn:microsoft.com/office/officeart/2016/7/layout/VerticalSolidActionList"/>
    <dgm:cxn modelId="{D073D745-02DF-4696-A5FD-7570F9BE7AAA}" srcId="{FAA165F0-B237-48DA-9E89-7407049BCD98}" destId="{E930996A-DFCF-49C2-8125-FAA290723223}" srcOrd="0" destOrd="0" parTransId="{160B5EDF-5FD0-4E1F-A44F-0BFD7DFF7125}" sibTransId="{916E386B-978F-4E02-93AA-4B9CB5CC9311}"/>
    <dgm:cxn modelId="{F0653346-8BFF-433B-97E4-74AEE261B589}" srcId="{0324235A-829A-4E6D-8441-DDEA82177E5B}" destId="{64DCB3B3-538F-4B79-9A05-05DCCB6725B9}" srcOrd="0" destOrd="0" parTransId="{68AE3ED9-434A-4290-A1C1-9D0CDADBC0F3}" sibTransId="{79DEEFE7-5F35-4255-9EEA-FD5180FD8C38}"/>
    <dgm:cxn modelId="{D725744A-49D5-400F-A6FC-382E3A6A082E}" srcId="{D717D1B4-E52D-4485-8EE1-3D213CFB1458}" destId="{55DA473A-FCE3-4C40-92DF-49B861995B0E}" srcOrd="0" destOrd="0" parTransId="{4879208A-86EB-43F5-A8C8-49BE3FD91022}" sibTransId="{32B06D99-41DD-4944-8D58-5DAAC70A1EFF}"/>
    <dgm:cxn modelId="{34C4AF70-4764-4A10-ADBE-D0BB75E524C8}" type="presOf" srcId="{E930996A-DFCF-49C2-8125-FAA290723223}" destId="{20A7240E-4EDA-4ED7-9694-6CC492667D1C}" srcOrd="0" destOrd="0" presId="urn:microsoft.com/office/officeart/2016/7/layout/VerticalSolidActionList"/>
    <dgm:cxn modelId="{EE2BB071-7458-470C-9C97-7A5BC4EA770A}" srcId="{F639FC0A-2805-45CA-B34B-BC00C7BFC7A3}" destId="{D717D1B4-E52D-4485-8EE1-3D213CFB1458}" srcOrd="1" destOrd="0" parTransId="{4734F849-2903-454D-A261-C78C5BEE4727}" sibTransId="{D71B5894-6030-4423-ABE2-2FDBF9B86D4E}"/>
    <dgm:cxn modelId="{429FA655-009B-49E1-AC49-87AB7FAD0727}" type="presOf" srcId="{A05BFAC9-F6D2-4127-9748-6EF938E9F1EB}" destId="{20A7240E-4EDA-4ED7-9694-6CC492667D1C}" srcOrd="0" destOrd="1" presId="urn:microsoft.com/office/officeart/2016/7/layout/VerticalSolidActionList"/>
    <dgm:cxn modelId="{A15CE359-995B-45CF-A0C2-6E2C52DE3C26}" type="presOf" srcId="{F4852150-D389-4451-B9C9-DA4D3E96779F}" destId="{9E837736-C3EB-4A27-99D4-B7BDC4898DB8}" srcOrd="0" destOrd="1" presId="urn:microsoft.com/office/officeart/2016/7/layout/VerticalSolidActionList"/>
    <dgm:cxn modelId="{24C8697E-C161-4A9B-9727-0CE8E2B934BD}" type="presOf" srcId="{D1763FDF-BE49-43D9-A7C7-D80C095D61DA}" destId="{C4F57707-AFDB-47A6-BFDE-D77F61DA745A}" srcOrd="0" destOrd="1" presId="urn:microsoft.com/office/officeart/2016/7/layout/VerticalSolidActionList"/>
    <dgm:cxn modelId="{CB63119E-4BB1-4B6A-BDD9-099D9DDC3C66}" srcId="{55DA473A-FCE3-4C40-92DF-49B861995B0E}" destId="{6EDE8538-30CB-4BC3-A928-80D97B9EBE7A}" srcOrd="0" destOrd="0" parTransId="{B3ABCAED-25A4-438B-9A85-1497F65B2E18}" sibTransId="{63315631-F5B2-4AC5-9DD6-E6C6EE87EF6E}"/>
    <dgm:cxn modelId="{504319A4-1292-4B31-BCC7-25FEB6F6E07D}" type="presOf" srcId="{6EDE8538-30CB-4BC3-A928-80D97B9EBE7A}" destId="{96BEB5B9-3D2B-4A61-82D1-A39D9C1B0BAB}" srcOrd="0" destOrd="1" presId="urn:microsoft.com/office/officeart/2016/7/layout/VerticalSolidActionList"/>
    <dgm:cxn modelId="{A9E2DEAA-4938-4A5A-8EA5-43B60D3E03BF}" srcId="{64DCB3B3-538F-4B79-9A05-05DCCB6725B9}" destId="{D1763FDF-BE49-43D9-A7C7-D80C095D61DA}" srcOrd="0" destOrd="0" parTransId="{C470152C-2FE1-4C35-B2F5-952962149721}" sibTransId="{8F557DE9-F6B7-4C47-AB77-7D4ADC950A22}"/>
    <dgm:cxn modelId="{740E55B2-BE79-4A42-9FE2-4FB996BE957C}" srcId="{F639FC0A-2805-45CA-B34B-BC00C7BFC7A3}" destId="{FAA165F0-B237-48DA-9E89-7407049BCD98}" srcOrd="0" destOrd="0" parTransId="{AFBBA717-9F3A-472A-BC5D-764B97DE180D}" sibTransId="{E346A31B-6B9F-432E-8944-0C5CCD3BBF06}"/>
    <dgm:cxn modelId="{505B25B8-3291-4581-9C87-CBD0D341AD01}" srcId="{F639FC0A-2805-45CA-B34B-BC00C7BFC7A3}" destId="{E9BF041C-47E1-46DE-B35C-677950D4549F}" srcOrd="2" destOrd="0" parTransId="{526AF527-0897-4D56-828C-AA4A038C6F52}" sibTransId="{F7739659-F5EF-4FC5-B574-C1CB81606828}"/>
    <dgm:cxn modelId="{5946DEBA-BD16-4992-9351-51D5DDA91FC9}" srcId="{73699F0F-7738-4C77-8573-C855282A729F}" destId="{F4852150-D389-4451-B9C9-DA4D3E96779F}" srcOrd="0" destOrd="0" parTransId="{CD35BAA2-2294-4095-88E8-EBA554E86C9A}" sibTransId="{CA2E0F16-4251-4CBE-B8A5-3A50E875436B}"/>
    <dgm:cxn modelId="{9ADAA6C1-1BF3-4368-9E83-41291B6DD7D9}" srcId="{E9BF041C-47E1-46DE-B35C-677950D4549F}" destId="{73699F0F-7738-4C77-8573-C855282A729F}" srcOrd="0" destOrd="0" parTransId="{55029FA6-2DBD-468C-B305-DD367D85C34C}" sibTransId="{57B3F437-5E04-4CE5-966F-3E64C1A80E60}"/>
    <dgm:cxn modelId="{BBCEC0D1-403B-488B-8A96-95DB0ED1DBFC}" type="presOf" srcId="{55DA473A-FCE3-4C40-92DF-49B861995B0E}" destId="{96BEB5B9-3D2B-4A61-82D1-A39D9C1B0BAB}" srcOrd="0" destOrd="0" presId="urn:microsoft.com/office/officeart/2016/7/layout/VerticalSolidActionList"/>
    <dgm:cxn modelId="{B5BA14DF-BA78-47F0-9BAA-F561E1BAD1A2}" srcId="{E930996A-DFCF-49C2-8125-FAA290723223}" destId="{A05BFAC9-F6D2-4127-9748-6EF938E9F1EB}" srcOrd="0" destOrd="0" parTransId="{AEDBA9F3-0DEF-4E47-933F-E0E79B11A732}" sibTransId="{1170CC00-13B6-4A49-8635-B15C8ABEA47C}"/>
    <dgm:cxn modelId="{1C8C78F1-32B7-4C62-8AF0-413C29A51E51}" type="presOf" srcId="{73699F0F-7738-4C77-8573-C855282A729F}" destId="{9E837736-C3EB-4A27-99D4-B7BDC4898DB8}" srcOrd="0" destOrd="0" presId="urn:microsoft.com/office/officeart/2016/7/layout/VerticalSolidActionList"/>
    <dgm:cxn modelId="{D39048F8-549B-430E-83DC-87E73DA15D22}" type="presOf" srcId="{D717D1B4-E52D-4485-8EE1-3D213CFB1458}" destId="{C60E5CC3-8042-4681-B161-90E0CF68B72E}" srcOrd="0" destOrd="0" presId="urn:microsoft.com/office/officeart/2016/7/layout/VerticalSolidActionList"/>
    <dgm:cxn modelId="{16AFD475-5C07-4C03-938F-C79D71230E08}" type="presParOf" srcId="{7C39AACD-E7E5-4C1D-8D57-3962FE3EA336}" destId="{FB1BAC32-CF54-4771-BF4F-2244AF4B7429}" srcOrd="0" destOrd="0" presId="urn:microsoft.com/office/officeart/2016/7/layout/VerticalSolidActionList"/>
    <dgm:cxn modelId="{1875D07E-D62A-4955-92D9-85CFBA2CA013}" type="presParOf" srcId="{FB1BAC32-CF54-4771-BF4F-2244AF4B7429}" destId="{C3FE4611-6062-4E9D-A5E8-AD4B4DC9DFB9}" srcOrd="0" destOrd="0" presId="urn:microsoft.com/office/officeart/2016/7/layout/VerticalSolidActionList"/>
    <dgm:cxn modelId="{8E260D5F-59C9-4C29-AACC-A10D38445C75}" type="presParOf" srcId="{FB1BAC32-CF54-4771-BF4F-2244AF4B7429}" destId="{20A7240E-4EDA-4ED7-9694-6CC492667D1C}" srcOrd="1" destOrd="0" presId="urn:microsoft.com/office/officeart/2016/7/layout/VerticalSolidActionList"/>
    <dgm:cxn modelId="{4939F076-719E-4763-B3F4-5922EEFE64CB}" type="presParOf" srcId="{7C39AACD-E7E5-4C1D-8D57-3962FE3EA336}" destId="{762B9E3D-67C8-4EBC-B2B8-12CF4F057A7E}" srcOrd="1" destOrd="0" presId="urn:microsoft.com/office/officeart/2016/7/layout/VerticalSolidActionList"/>
    <dgm:cxn modelId="{4A60FBB0-9A28-4EEB-9713-DC73800231D7}" type="presParOf" srcId="{7C39AACD-E7E5-4C1D-8D57-3962FE3EA336}" destId="{D0D0B659-D1AF-48EB-B781-DD3525209084}" srcOrd="2" destOrd="0" presId="urn:microsoft.com/office/officeart/2016/7/layout/VerticalSolidActionList"/>
    <dgm:cxn modelId="{741E750D-1523-45BA-B16A-F8F22CD0412B}" type="presParOf" srcId="{D0D0B659-D1AF-48EB-B781-DD3525209084}" destId="{C60E5CC3-8042-4681-B161-90E0CF68B72E}" srcOrd="0" destOrd="0" presId="urn:microsoft.com/office/officeart/2016/7/layout/VerticalSolidActionList"/>
    <dgm:cxn modelId="{EF248BE3-232F-44E1-87BE-8A337B83E2DF}" type="presParOf" srcId="{D0D0B659-D1AF-48EB-B781-DD3525209084}" destId="{96BEB5B9-3D2B-4A61-82D1-A39D9C1B0BAB}" srcOrd="1" destOrd="0" presId="urn:microsoft.com/office/officeart/2016/7/layout/VerticalSolidActionList"/>
    <dgm:cxn modelId="{6B44EC18-25C6-4276-AD80-ED96A7ECA3D0}" type="presParOf" srcId="{7C39AACD-E7E5-4C1D-8D57-3962FE3EA336}" destId="{44BE1512-4410-41A0-BE92-0F09C42F9317}" srcOrd="3" destOrd="0" presId="urn:microsoft.com/office/officeart/2016/7/layout/VerticalSolidActionList"/>
    <dgm:cxn modelId="{FDB1F372-C5B9-4DD3-9B54-122BA9AD6C90}" type="presParOf" srcId="{7C39AACD-E7E5-4C1D-8D57-3962FE3EA336}" destId="{1B2E4BAA-60DD-4991-BAC9-83B967B51D86}" srcOrd="4" destOrd="0" presId="urn:microsoft.com/office/officeart/2016/7/layout/VerticalSolidActionList"/>
    <dgm:cxn modelId="{3515C280-487E-4B19-A206-D8958713BFD5}" type="presParOf" srcId="{1B2E4BAA-60DD-4991-BAC9-83B967B51D86}" destId="{77B44645-C5CC-4090-9AD5-48BA30E191F8}" srcOrd="0" destOrd="0" presId="urn:microsoft.com/office/officeart/2016/7/layout/VerticalSolidActionList"/>
    <dgm:cxn modelId="{3B1EA168-9505-4AFF-AE3C-4F61F0BF63A4}" type="presParOf" srcId="{1B2E4BAA-60DD-4991-BAC9-83B967B51D86}" destId="{9E837736-C3EB-4A27-99D4-B7BDC4898DB8}" srcOrd="1" destOrd="0" presId="urn:microsoft.com/office/officeart/2016/7/layout/VerticalSolidActionList"/>
    <dgm:cxn modelId="{E091E02B-A988-46B5-9B2D-928A2EAE1955}" type="presParOf" srcId="{7C39AACD-E7E5-4C1D-8D57-3962FE3EA336}" destId="{8911EECF-FAB1-4ED4-A726-5A634D289950}" srcOrd="5" destOrd="0" presId="urn:microsoft.com/office/officeart/2016/7/layout/VerticalSolidActionList"/>
    <dgm:cxn modelId="{A91226EB-8143-4238-B2E0-5CD02CB63ED7}" type="presParOf" srcId="{7C39AACD-E7E5-4C1D-8D57-3962FE3EA336}" destId="{34924AB1-335B-41C5-AF83-D2308EAFD2DC}" srcOrd="6" destOrd="0" presId="urn:microsoft.com/office/officeart/2016/7/layout/VerticalSolidActionList"/>
    <dgm:cxn modelId="{CC1A41DE-993E-4960-A624-91FEF868ED56}" type="presParOf" srcId="{34924AB1-335B-41C5-AF83-D2308EAFD2DC}" destId="{26E8C1E0-F0FA-4FD3-B3A9-CED5ABBADC9C}" srcOrd="0" destOrd="0" presId="urn:microsoft.com/office/officeart/2016/7/layout/VerticalSolidActionList"/>
    <dgm:cxn modelId="{374A2EEF-1481-48DE-A2D7-F1A32F14C82B}" type="presParOf" srcId="{34924AB1-335B-41C5-AF83-D2308EAFD2DC}" destId="{C4F57707-AFDB-47A6-BFDE-D77F61DA745A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E8EBF0-7133-4749-BA30-67A68423E76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8795BDC-A870-44D4-AA47-320184EE59F4}">
      <dgm:prSet/>
      <dgm:spPr/>
      <dgm:t>
        <a:bodyPr/>
        <a:lstStyle/>
        <a:p>
          <a:r>
            <a:rPr lang="en-US"/>
            <a:t>Allows possessor to give rights to another</a:t>
          </a:r>
        </a:p>
      </dgm:t>
    </dgm:pt>
    <dgm:pt modelId="{F0A65567-2BD5-4144-BE99-63523FE3F4B8}" type="parTrans" cxnId="{E9FF9B99-529C-4B2C-99CB-35F1321425F9}">
      <dgm:prSet/>
      <dgm:spPr/>
      <dgm:t>
        <a:bodyPr/>
        <a:lstStyle/>
        <a:p>
          <a:endParaRPr lang="en-US"/>
        </a:p>
      </dgm:t>
    </dgm:pt>
    <dgm:pt modelId="{46D8D6E6-91B1-4990-A239-D4FF21963393}" type="sibTrans" cxnId="{E9FF9B99-529C-4B2C-99CB-35F1321425F9}">
      <dgm:prSet/>
      <dgm:spPr/>
      <dgm:t>
        <a:bodyPr/>
        <a:lstStyle/>
        <a:p>
          <a:endParaRPr lang="en-US"/>
        </a:p>
      </dgm:t>
    </dgm:pt>
    <dgm:pt modelId="{44694A8A-F203-447D-9504-6D2D0FDE103F}">
      <dgm:prSet/>
      <dgm:spPr/>
      <dgm:t>
        <a:bodyPr/>
        <a:lstStyle/>
        <a:p>
          <a:r>
            <a:rPr lang="en-US" dirty="0"/>
            <a:t>Often attached as a flag to a right, so only applies to that right</a:t>
          </a:r>
        </a:p>
      </dgm:t>
    </dgm:pt>
    <dgm:pt modelId="{977CB755-73A6-4F84-B597-B01734317267}" type="parTrans" cxnId="{B6A36424-953C-4D6E-BDF4-77964E899972}">
      <dgm:prSet/>
      <dgm:spPr/>
      <dgm:t>
        <a:bodyPr/>
        <a:lstStyle/>
        <a:p>
          <a:endParaRPr lang="en-US"/>
        </a:p>
      </dgm:t>
    </dgm:pt>
    <dgm:pt modelId="{C6B58373-3FB2-49B6-8B7D-768C3B6C1A53}" type="sibTrans" cxnId="{B6A36424-953C-4D6E-BDF4-77964E899972}">
      <dgm:prSet/>
      <dgm:spPr/>
      <dgm:t>
        <a:bodyPr/>
        <a:lstStyle/>
        <a:p>
          <a:endParaRPr lang="en-US"/>
        </a:p>
      </dgm:t>
    </dgm:pt>
    <dgm:pt modelId="{617EA843-E2C6-43AB-BF05-65EBC6EBEABD}">
      <dgm:prSet/>
      <dgm:spPr/>
      <dgm:t>
        <a:bodyPr/>
        <a:lstStyle/>
        <a:p>
          <a:r>
            <a:rPr lang="en-US" i="1"/>
            <a:t>r</a:t>
          </a:r>
          <a:r>
            <a:rPr lang="en-US"/>
            <a:t> is read right that cannot be copied</a:t>
          </a:r>
        </a:p>
      </dgm:t>
    </dgm:pt>
    <dgm:pt modelId="{B770FB00-EE8D-4D1D-B146-6BFDA242F294}" type="parTrans" cxnId="{89254CCF-4455-4F8D-96D3-3433EFD03BFC}">
      <dgm:prSet/>
      <dgm:spPr/>
      <dgm:t>
        <a:bodyPr/>
        <a:lstStyle/>
        <a:p>
          <a:endParaRPr lang="en-US"/>
        </a:p>
      </dgm:t>
    </dgm:pt>
    <dgm:pt modelId="{288CAAFB-7871-4503-9AB0-BA94693D8097}" type="sibTrans" cxnId="{89254CCF-4455-4F8D-96D3-3433EFD03BFC}">
      <dgm:prSet/>
      <dgm:spPr/>
      <dgm:t>
        <a:bodyPr/>
        <a:lstStyle/>
        <a:p>
          <a:endParaRPr lang="en-US"/>
        </a:p>
      </dgm:t>
    </dgm:pt>
    <dgm:pt modelId="{60B43670-45C6-4EB3-91D6-DD97C3A5DE01}">
      <dgm:prSet/>
      <dgm:spPr/>
      <dgm:t>
        <a:bodyPr/>
        <a:lstStyle/>
        <a:p>
          <a:r>
            <a:rPr lang="en-US" i="1"/>
            <a:t>rc</a:t>
          </a:r>
          <a:r>
            <a:rPr lang="en-US"/>
            <a:t> is read right that can be copied</a:t>
          </a:r>
        </a:p>
      </dgm:t>
    </dgm:pt>
    <dgm:pt modelId="{A4CB5330-6F97-48B8-AD67-8A0AAA0F327E}" type="parTrans" cxnId="{BF8AAD20-C14F-497B-A436-B117767948D3}">
      <dgm:prSet/>
      <dgm:spPr/>
      <dgm:t>
        <a:bodyPr/>
        <a:lstStyle/>
        <a:p>
          <a:endParaRPr lang="en-US"/>
        </a:p>
      </dgm:t>
    </dgm:pt>
    <dgm:pt modelId="{423D451E-12A4-4E68-8F0F-DB68C28A1A57}" type="sibTrans" cxnId="{BF8AAD20-C14F-497B-A436-B117767948D3}">
      <dgm:prSet/>
      <dgm:spPr/>
      <dgm:t>
        <a:bodyPr/>
        <a:lstStyle/>
        <a:p>
          <a:endParaRPr lang="en-US"/>
        </a:p>
      </dgm:t>
    </dgm:pt>
    <dgm:pt modelId="{5518A31F-EF0A-42DD-8C08-01CDDEE26BB2}">
      <dgm:prSet/>
      <dgm:spPr/>
      <dgm:t>
        <a:bodyPr/>
        <a:lstStyle/>
        <a:p>
          <a:r>
            <a:rPr lang="en-US"/>
            <a:t>Is copy flag copied when giving </a:t>
          </a:r>
          <a:r>
            <a:rPr lang="en-US" i="1"/>
            <a:t>r</a:t>
          </a:r>
          <a:r>
            <a:rPr lang="en-US"/>
            <a:t> rights?</a:t>
          </a:r>
        </a:p>
      </dgm:t>
    </dgm:pt>
    <dgm:pt modelId="{826E4C5D-6EAB-4A35-A033-760172929A1A}" type="parTrans" cxnId="{AE9AC026-7603-40FE-B783-3A81F408D329}">
      <dgm:prSet/>
      <dgm:spPr/>
      <dgm:t>
        <a:bodyPr/>
        <a:lstStyle/>
        <a:p>
          <a:endParaRPr lang="en-US"/>
        </a:p>
      </dgm:t>
    </dgm:pt>
    <dgm:pt modelId="{A72475D7-2AE3-4F3E-A242-28B999A47FE9}" type="sibTrans" cxnId="{AE9AC026-7603-40FE-B783-3A81F408D329}">
      <dgm:prSet/>
      <dgm:spPr/>
      <dgm:t>
        <a:bodyPr/>
        <a:lstStyle/>
        <a:p>
          <a:endParaRPr lang="en-US"/>
        </a:p>
      </dgm:t>
    </dgm:pt>
    <dgm:pt modelId="{74E7201E-E388-4603-8EBE-E63460D0C931}">
      <dgm:prSet/>
      <dgm:spPr/>
      <dgm:t>
        <a:bodyPr/>
        <a:lstStyle/>
        <a:p>
          <a:r>
            <a:rPr lang="en-US" dirty="0"/>
            <a:t>Depends on model</a:t>
          </a:r>
        </a:p>
      </dgm:t>
    </dgm:pt>
    <dgm:pt modelId="{2A15E0F3-128F-4767-912C-4E940DC07D1B}" type="parTrans" cxnId="{BA4E9FA5-0DC7-448A-93C7-E33C3B5ACAF0}">
      <dgm:prSet/>
      <dgm:spPr/>
      <dgm:t>
        <a:bodyPr/>
        <a:lstStyle/>
        <a:p>
          <a:endParaRPr lang="en-US"/>
        </a:p>
      </dgm:t>
    </dgm:pt>
    <dgm:pt modelId="{64D8B6E1-807D-4127-A9E3-BA5E7E0C8477}" type="sibTrans" cxnId="{BA4E9FA5-0DC7-448A-93C7-E33C3B5ACAF0}">
      <dgm:prSet/>
      <dgm:spPr/>
      <dgm:t>
        <a:bodyPr/>
        <a:lstStyle/>
        <a:p>
          <a:endParaRPr lang="en-US"/>
        </a:p>
      </dgm:t>
    </dgm:pt>
    <dgm:pt modelId="{DF82634E-F405-42BC-A105-683D8D425965}" type="pres">
      <dgm:prSet presAssocID="{4CE8EBF0-7133-4749-BA30-67A68423E76B}" presName="linear" presStyleCnt="0">
        <dgm:presLayoutVars>
          <dgm:animLvl val="lvl"/>
          <dgm:resizeHandles val="exact"/>
        </dgm:presLayoutVars>
      </dgm:prSet>
      <dgm:spPr/>
    </dgm:pt>
    <dgm:pt modelId="{7F2BFC5D-8D0E-40F9-A4E1-8B5393661917}" type="pres">
      <dgm:prSet presAssocID="{88795BDC-A870-44D4-AA47-320184EE59F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A5F3BF4-3579-4E7A-95F8-47B93E35169A}" type="pres">
      <dgm:prSet presAssocID="{46D8D6E6-91B1-4990-A239-D4FF21963393}" presName="spacer" presStyleCnt="0"/>
      <dgm:spPr/>
    </dgm:pt>
    <dgm:pt modelId="{2A853780-4B39-468F-A963-2FD1D3AD0A69}" type="pres">
      <dgm:prSet presAssocID="{44694A8A-F203-447D-9504-6D2D0FDE103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C3D543C-7AF6-49B4-A440-FA21D7D44A92}" type="pres">
      <dgm:prSet presAssocID="{44694A8A-F203-447D-9504-6D2D0FDE103F}" presName="childText" presStyleLbl="revTx" presStyleIdx="0" presStyleCnt="2">
        <dgm:presLayoutVars>
          <dgm:bulletEnabled val="1"/>
        </dgm:presLayoutVars>
      </dgm:prSet>
      <dgm:spPr/>
    </dgm:pt>
    <dgm:pt modelId="{58E59F66-9949-4B92-902F-6DCC31670D64}" type="pres">
      <dgm:prSet presAssocID="{5518A31F-EF0A-42DD-8C08-01CDDEE26BB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BA579A1-B42E-454B-A4DA-1E181776CA15}" type="pres">
      <dgm:prSet presAssocID="{5518A31F-EF0A-42DD-8C08-01CDDEE26BB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F8AAD20-C14F-497B-A436-B117767948D3}" srcId="{44694A8A-F203-447D-9504-6D2D0FDE103F}" destId="{60B43670-45C6-4EB3-91D6-DD97C3A5DE01}" srcOrd="1" destOrd="0" parTransId="{A4CB5330-6F97-48B8-AD67-8A0AAA0F327E}" sibTransId="{423D451E-12A4-4E68-8F0F-DB68C28A1A57}"/>
    <dgm:cxn modelId="{BF596623-A8F7-4ECF-B6C6-2E494627D9CB}" type="presOf" srcId="{5518A31F-EF0A-42DD-8C08-01CDDEE26BB2}" destId="{58E59F66-9949-4B92-902F-6DCC31670D64}" srcOrd="0" destOrd="0" presId="urn:microsoft.com/office/officeart/2005/8/layout/vList2"/>
    <dgm:cxn modelId="{B6A36424-953C-4D6E-BDF4-77964E899972}" srcId="{4CE8EBF0-7133-4749-BA30-67A68423E76B}" destId="{44694A8A-F203-447D-9504-6D2D0FDE103F}" srcOrd="1" destOrd="0" parTransId="{977CB755-73A6-4F84-B597-B01734317267}" sibTransId="{C6B58373-3FB2-49B6-8B7D-768C3B6C1A53}"/>
    <dgm:cxn modelId="{AE9AC026-7603-40FE-B783-3A81F408D329}" srcId="{4CE8EBF0-7133-4749-BA30-67A68423E76B}" destId="{5518A31F-EF0A-42DD-8C08-01CDDEE26BB2}" srcOrd="2" destOrd="0" parTransId="{826E4C5D-6EAB-4A35-A033-760172929A1A}" sibTransId="{A72475D7-2AE3-4F3E-A242-28B999A47FE9}"/>
    <dgm:cxn modelId="{561C5669-E40C-4C43-91A2-4EC36441D1D7}" type="presOf" srcId="{4CE8EBF0-7133-4749-BA30-67A68423E76B}" destId="{DF82634E-F405-42BC-A105-683D8D425965}" srcOrd="0" destOrd="0" presId="urn:microsoft.com/office/officeart/2005/8/layout/vList2"/>
    <dgm:cxn modelId="{3707D671-85CE-4CC5-B899-DA3712013D57}" type="presOf" srcId="{88795BDC-A870-44D4-AA47-320184EE59F4}" destId="{7F2BFC5D-8D0E-40F9-A4E1-8B5393661917}" srcOrd="0" destOrd="0" presId="urn:microsoft.com/office/officeart/2005/8/layout/vList2"/>
    <dgm:cxn modelId="{E9FF9B99-529C-4B2C-99CB-35F1321425F9}" srcId="{4CE8EBF0-7133-4749-BA30-67A68423E76B}" destId="{88795BDC-A870-44D4-AA47-320184EE59F4}" srcOrd="0" destOrd="0" parTransId="{F0A65567-2BD5-4144-BE99-63523FE3F4B8}" sibTransId="{46D8D6E6-91B1-4990-A239-D4FF21963393}"/>
    <dgm:cxn modelId="{BA4E9FA5-0DC7-448A-93C7-E33C3B5ACAF0}" srcId="{5518A31F-EF0A-42DD-8C08-01CDDEE26BB2}" destId="{74E7201E-E388-4603-8EBE-E63460D0C931}" srcOrd="0" destOrd="0" parTransId="{2A15E0F3-128F-4767-912C-4E940DC07D1B}" sibTransId="{64D8B6E1-807D-4127-A9E3-BA5E7E0C8477}"/>
    <dgm:cxn modelId="{751158B3-B89C-4C22-B995-320118AC7BBE}" type="presOf" srcId="{44694A8A-F203-447D-9504-6D2D0FDE103F}" destId="{2A853780-4B39-468F-A963-2FD1D3AD0A69}" srcOrd="0" destOrd="0" presId="urn:microsoft.com/office/officeart/2005/8/layout/vList2"/>
    <dgm:cxn modelId="{DC06BEBA-5461-47E1-89E6-D510BEBA064B}" type="presOf" srcId="{617EA843-E2C6-43AB-BF05-65EBC6EBEABD}" destId="{4C3D543C-7AF6-49B4-A440-FA21D7D44A92}" srcOrd="0" destOrd="0" presId="urn:microsoft.com/office/officeart/2005/8/layout/vList2"/>
    <dgm:cxn modelId="{89254CCF-4455-4F8D-96D3-3433EFD03BFC}" srcId="{44694A8A-F203-447D-9504-6D2D0FDE103F}" destId="{617EA843-E2C6-43AB-BF05-65EBC6EBEABD}" srcOrd="0" destOrd="0" parTransId="{B770FB00-EE8D-4D1D-B146-6BFDA242F294}" sibTransId="{288CAAFB-7871-4503-9AB0-BA94693D8097}"/>
    <dgm:cxn modelId="{D9A5B6E6-A516-4714-884B-7D67A7BECD03}" type="presOf" srcId="{74E7201E-E388-4603-8EBE-E63460D0C931}" destId="{9BA579A1-B42E-454B-A4DA-1E181776CA15}" srcOrd="0" destOrd="0" presId="urn:microsoft.com/office/officeart/2005/8/layout/vList2"/>
    <dgm:cxn modelId="{D05414F1-A0C4-4D4F-8AFD-FFDDA389CAE4}" type="presOf" srcId="{60B43670-45C6-4EB3-91D6-DD97C3A5DE01}" destId="{4C3D543C-7AF6-49B4-A440-FA21D7D44A92}" srcOrd="0" destOrd="1" presId="urn:microsoft.com/office/officeart/2005/8/layout/vList2"/>
    <dgm:cxn modelId="{D71C56DF-4774-4D6C-B037-D89D21D2E9A3}" type="presParOf" srcId="{DF82634E-F405-42BC-A105-683D8D425965}" destId="{7F2BFC5D-8D0E-40F9-A4E1-8B5393661917}" srcOrd="0" destOrd="0" presId="urn:microsoft.com/office/officeart/2005/8/layout/vList2"/>
    <dgm:cxn modelId="{ABD9F874-2D22-45B9-AA9E-B27341E7D13A}" type="presParOf" srcId="{DF82634E-F405-42BC-A105-683D8D425965}" destId="{0A5F3BF4-3579-4E7A-95F8-47B93E35169A}" srcOrd="1" destOrd="0" presId="urn:microsoft.com/office/officeart/2005/8/layout/vList2"/>
    <dgm:cxn modelId="{FC19124B-F55C-46A8-86AD-5264468F1C01}" type="presParOf" srcId="{DF82634E-F405-42BC-A105-683D8D425965}" destId="{2A853780-4B39-468F-A963-2FD1D3AD0A69}" srcOrd="2" destOrd="0" presId="urn:microsoft.com/office/officeart/2005/8/layout/vList2"/>
    <dgm:cxn modelId="{4EE9E5E6-5AC5-4A30-BE6C-9511FC41B44D}" type="presParOf" srcId="{DF82634E-F405-42BC-A105-683D8D425965}" destId="{4C3D543C-7AF6-49B4-A440-FA21D7D44A92}" srcOrd="3" destOrd="0" presId="urn:microsoft.com/office/officeart/2005/8/layout/vList2"/>
    <dgm:cxn modelId="{FF474B32-4982-4C6F-BAF9-B5FC3E7CE9D5}" type="presParOf" srcId="{DF82634E-F405-42BC-A105-683D8D425965}" destId="{58E59F66-9949-4B92-902F-6DCC31670D64}" srcOrd="4" destOrd="0" presId="urn:microsoft.com/office/officeart/2005/8/layout/vList2"/>
    <dgm:cxn modelId="{1A8C2FCE-3138-4F70-B22A-DD90748B900A}" type="presParOf" srcId="{DF82634E-F405-42BC-A105-683D8D425965}" destId="{9BA579A1-B42E-454B-A4DA-1E181776CA1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079AD3-F7A4-4B5D-B302-CD88E081576E}">
      <dsp:nvSpPr>
        <dsp:cNvPr id="0" name=""/>
        <dsp:cNvSpPr/>
      </dsp:nvSpPr>
      <dsp:spPr>
        <a:xfrm>
          <a:off x="0" y="385568"/>
          <a:ext cx="10515600" cy="1474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16127" tIns="541528" rIns="816127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Describes current settings, values of system relevant to protection</a:t>
          </a:r>
        </a:p>
      </dsp:txBody>
      <dsp:txXfrm>
        <a:off x="0" y="385568"/>
        <a:ext cx="10515600" cy="1474200"/>
      </dsp:txXfrm>
    </dsp:sp>
    <dsp:sp modelId="{AC970C82-ECB8-4B46-A9BB-C0516533B468}">
      <dsp:nvSpPr>
        <dsp:cNvPr id="0" name=""/>
        <dsp:cNvSpPr/>
      </dsp:nvSpPr>
      <dsp:spPr>
        <a:xfrm>
          <a:off x="525780" y="1808"/>
          <a:ext cx="7360920" cy="7675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Protection state of system</a:t>
          </a:r>
        </a:p>
      </dsp:txBody>
      <dsp:txXfrm>
        <a:off x="563247" y="39275"/>
        <a:ext cx="7285986" cy="692586"/>
      </dsp:txXfrm>
    </dsp:sp>
    <dsp:sp modelId="{D663DE52-00C1-4ACA-AFCC-91D0B11973D1}">
      <dsp:nvSpPr>
        <dsp:cNvPr id="0" name=""/>
        <dsp:cNvSpPr/>
      </dsp:nvSpPr>
      <dsp:spPr>
        <a:xfrm>
          <a:off x="0" y="2383928"/>
          <a:ext cx="10515600" cy="1965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16127" tIns="541528" rIns="816127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Describes protection state precisely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Matrix describing rights of subjects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State transitions change elements of matrix</a:t>
          </a:r>
        </a:p>
      </dsp:txBody>
      <dsp:txXfrm>
        <a:off x="0" y="2383928"/>
        <a:ext cx="10515600" cy="1965600"/>
      </dsp:txXfrm>
    </dsp:sp>
    <dsp:sp modelId="{AF13E832-E2AA-406D-84E1-4DA0BC32E908}">
      <dsp:nvSpPr>
        <dsp:cNvPr id="0" name=""/>
        <dsp:cNvSpPr/>
      </dsp:nvSpPr>
      <dsp:spPr>
        <a:xfrm>
          <a:off x="525780" y="2000168"/>
          <a:ext cx="7360920" cy="7675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Access control matrix</a:t>
          </a:r>
        </a:p>
      </dsp:txBody>
      <dsp:txXfrm>
        <a:off x="563247" y="2037635"/>
        <a:ext cx="7285986" cy="692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F8D881-3680-4396-81C4-404A1565B834}">
      <dsp:nvSpPr>
        <dsp:cNvPr id="0" name=""/>
        <dsp:cNvSpPr/>
      </dsp:nvSpPr>
      <dsp:spPr>
        <a:xfrm>
          <a:off x="0" y="466682"/>
          <a:ext cx="1092782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EC1BC-4EA8-4660-A3B9-0C14EB23B257}">
      <dsp:nvSpPr>
        <dsp:cNvPr id="0" name=""/>
        <dsp:cNvSpPr/>
      </dsp:nvSpPr>
      <dsp:spPr>
        <a:xfrm>
          <a:off x="546391" y="112442"/>
          <a:ext cx="7649480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Change the protection state of system</a:t>
          </a:r>
        </a:p>
      </dsp:txBody>
      <dsp:txXfrm>
        <a:off x="580976" y="147027"/>
        <a:ext cx="7580310" cy="639310"/>
      </dsp:txXfrm>
    </dsp:sp>
    <dsp:sp modelId="{94B38FAE-6EFE-4FCF-870E-D963E36899D1}">
      <dsp:nvSpPr>
        <dsp:cNvPr id="0" name=""/>
        <dsp:cNvSpPr/>
      </dsp:nvSpPr>
      <dsp:spPr>
        <a:xfrm>
          <a:off x="0" y="1555322"/>
          <a:ext cx="10927829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99872" rIns="848121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i="1" kern="1200" dirty="0"/>
            <a:t>X</a:t>
          </a:r>
          <a:r>
            <a:rPr lang="en-US" sz="2400" i="1" kern="1200" baseline="-25000" dirty="0"/>
            <a:t>i</a:t>
          </a:r>
          <a:r>
            <a:rPr lang="en-US" sz="2400" kern="1200" dirty="0"/>
            <a:t> |– </a:t>
          </a:r>
          <a:r>
            <a:rPr lang="en-US" sz="2400" kern="1200" baseline="-25000" dirty="0">
              <a:sym typeface="Symbol" panose="05050102010706020507" pitchFamily="18" charset="2"/>
            </a:rPr>
            <a:t></a:t>
          </a:r>
          <a:r>
            <a:rPr lang="en-US" sz="2400" i="1" kern="1200" baseline="-50000" dirty="0">
              <a:sym typeface="Symbol" panose="05050102010706020507" pitchFamily="18" charset="2"/>
            </a:rPr>
            <a:t>i</a:t>
          </a:r>
          <a:r>
            <a:rPr lang="en-US" sz="2400" kern="1200" baseline="-50000" dirty="0">
              <a:sym typeface="Symbol" panose="05050102010706020507" pitchFamily="18" charset="2"/>
            </a:rPr>
            <a:t>+1</a:t>
          </a:r>
          <a:r>
            <a:rPr lang="en-US" sz="2400" kern="1200" dirty="0"/>
            <a:t> </a:t>
          </a:r>
          <a:r>
            <a:rPr lang="en-US" sz="2400" i="1" kern="1200" dirty="0"/>
            <a:t>X</a:t>
          </a:r>
          <a:r>
            <a:rPr lang="en-US" sz="2400" i="1" kern="1200" baseline="-25000" dirty="0"/>
            <a:t>i</a:t>
          </a:r>
          <a:r>
            <a:rPr lang="en-US" sz="2400" kern="1200" baseline="-25000" dirty="0"/>
            <a:t>+1</a:t>
          </a:r>
          <a:r>
            <a:rPr lang="en-US" sz="2400" kern="1200" dirty="0"/>
            <a:t>: command </a:t>
          </a:r>
          <a:r>
            <a:rPr lang="en-US" sz="2400" kern="1200" dirty="0">
              <a:sym typeface="Symbol" panose="05050102010706020507" pitchFamily="18" charset="2"/>
            </a:rPr>
            <a:t></a:t>
          </a:r>
          <a:r>
            <a:rPr lang="en-US" sz="2400" i="1" kern="1200" baseline="-25000" dirty="0">
              <a:sym typeface="Symbol" panose="05050102010706020507" pitchFamily="18" charset="2"/>
            </a:rPr>
            <a:t>i</a:t>
          </a:r>
          <a:r>
            <a:rPr lang="en-US" sz="2400" kern="1200" baseline="-25000" dirty="0">
              <a:sym typeface="Symbol" panose="05050102010706020507" pitchFamily="18" charset="2"/>
            </a:rPr>
            <a:t>+1</a:t>
          </a:r>
          <a:r>
            <a:rPr lang="en-US" sz="2400" kern="1200" dirty="0"/>
            <a:t> moves system from state </a:t>
          </a:r>
          <a:r>
            <a:rPr lang="en-US" sz="2400" i="1" kern="1200" dirty="0"/>
            <a:t>X</a:t>
          </a:r>
          <a:r>
            <a:rPr lang="en-US" sz="2400" i="1" kern="1200" baseline="-25000" dirty="0"/>
            <a:t>i</a:t>
          </a:r>
          <a:r>
            <a:rPr lang="en-US" sz="2400" kern="1200" dirty="0"/>
            <a:t> to </a:t>
          </a:r>
          <a:r>
            <a:rPr lang="en-US" sz="2400" i="1" kern="1200" dirty="0"/>
            <a:t>X</a:t>
          </a:r>
          <a:r>
            <a:rPr lang="en-US" sz="2400" i="1" kern="1200" baseline="-25000" dirty="0"/>
            <a:t>i</a:t>
          </a:r>
          <a:r>
            <a:rPr lang="en-US" sz="2400" kern="1200" baseline="-25000" dirty="0"/>
            <a:t>+1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i="1" kern="1200" dirty="0"/>
            <a:t>X</a:t>
          </a:r>
          <a:r>
            <a:rPr lang="en-US" sz="2400" i="1" kern="1200" baseline="-25000" dirty="0"/>
            <a:t>i</a:t>
          </a:r>
          <a:r>
            <a:rPr lang="en-US" sz="2400" kern="1200" dirty="0"/>
            <a:t> |– </a:t>
          </a:r>
          <a:r>
            <a:rPr lang="en-US" sz="2400" kern="1200" baseline="30000" dirty="0"/>
            <a:t>*</a:t>
          </a:r>
          <a:r>
            <a:rPr lang="en-US" sz="2400" kern="1200" dirty="0"/>
            <a:t> </a:t>
          </a:r>
          <a:r>
            <a:rPr lang="en-US" sz="2400" i="1" kern="1200" dirty="0" err="1"/>
            <a:t>X</a:t>
          </a:r>
          <a:r>
            <a:rPr lang="en-US" sz="2400" i="1" kern="1200" baseline="-25000" dirty="0" err="1"/>
            <a:t>i</a:t>
          </a:r>
          <a:r>
            <a:rPr lang="en-US" sz="2400" kern="1200" baseline="-25000" dirty="0" err="1"/>
            <a:t>+k</a:t>
          </a:r>
          <a:r>
            <a:rPr lang="en-US" sz="2400" kern="1200" dirty="0"/>
            <a:t>: a sequence of commands moves system from state </a:t>
          </a:r>
          <a:r>
            <a:rPr lang="en-US" sz="2400" i="1" kern="1200" dirty="0"/>
            <a:t>X</a:t>
          </a:r>
          <a:r>
            <a:rPr lang="en-US" sz="2400" i="1" kern="1200" baseline="-25000" dirty="0"/>
            <a:t>i</a:t>
          </a:r>
          <a:r>
            <a:rPr lang="en-US" sz="2400" kern="1200" dirty="0"/>
            <a:t> to </a:t>
          </a:r>
          <a:r>
            <a:rPr lang="en-US" sz="2400" i="1" kern="1200" dirty="0" err="1"/>
            <a:t>X</a:t>
          </a:r>
          <a:r>
            <a:rPr lang="en-US" sz="2400" i="1" kern="1200" baseline="-25000" dirty="0" err="1"/>
            <a:t>i</a:t>
          </a:r>
          <a:r>
            <a:rPr lang="en-US" sz="2400" kern="1200" baseline="-25000" dirty="0" err="1"/>
            <a:t>+k</a:t>
          </a:r>
          <a:endParaRPr lang="en-US" sz="2400" kern="1200" dirty="0"/>
        </a:p>
      </dsp:txBody>
      <dsp:txXfrm>
        <a:off x="0" y="1555322"/>
        <a:ext cx="10927829" cy="1436400"/>
      </dsp:txXfrm>
    </dsp:sp>
    <dsp:sp modelId="{DDE803CD-B968-48F9-AAFC-8DDB23DEFBAF}">
      <dsp:nvSpPr>
        <dsp:cNvPr id="0" name=""/>
        <dsp:cNvSpPr/>
      </dsp:nvSpPr>
      <dsp:spPr>
        <a:xfrm>
          <a:off x="546391" y="1201082"/>
          <a:ext cx="7649480" cy="70848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|– represents transition</a:t>
          </a:r>
        </a:p>
      </dsp:txBody>
      <dsp:txXfrm>
        <a:off x="580976" y="1235667"/>
        <a:ext cx="7580310" cy="639310"/>
      </dsp:txXfrm>
    </dsp:sp>
    <dsp:sp modelId="{71D9F835-B59E-41E9-A7C4-AD591AD81AF9}">
      <dsp:nvSpPr>
        <dsp:cNvPr id="0" name=""/>
        <dsp:cNvSpPr/>
      </dsp:nvSpPr>
      <dsp:spPr>
        <a:xfrm>
          <a:off x="0" y="3475562"/>
          <a:ext cx="1092782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9D01D-A366-468C-9FF6-1C99968688EA}">
      <dsp:nvSpPr>
        <dsp:cNvPr id="0" name=""/>
        <dsp:cNvSpPr/>
      </dsp:nvSpPr>
      <dsp:spPr>
        <a:xfrm>
          <a:off x="546391" y="3121322"/>
          <a:ext cx="7649480" cy="70848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Commands often called </a:t>
          </a:r>
          <a:r>
            <a:rPr lang="en-US" sz="2400" i="1" kern="1200"/>
            <a:t>transformation procedures</a:t>
          </a:r>
          <a:endParaRPr lang="en-US" sz="2400" kern="1200"/>
        </a:p>
      </dsp:txBody>
      <dsp:txXfrm>
        <a:off x="580976" y="3155907"/>
        <a:ext cx="7580310" cy="639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A7240E-4EDA-4ED7-9694-6CC492667D1C}">
      <dsp:nvSpPr>
        <dsp:cNvPr id="0" name=""/>
        <dsp:cNvSpPr/>
      </dsp:nvSpPr>
      <dsp:spPr>
        <a:xfrm>
          <a:off x="2185565" y="2028"/>
          <a:ext cx="8742263" cy="105083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266913" rIns="169624" bIns="266913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 subject s; create object o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Creates new row, column in ACM; creates new column in ACM</a:t>
          </a:r>
        </a:p>
      </dsp:txBody>
      <dsp:txXfrm>
        <a:off x="2185565" y="2028"/>
        <a:ext cx="8742263" cy="1050836"/>
      </dsp:txXfrm>
    </dsp:sp>
    <dsp:sp modelId="{C3FE4611-6062-4E9D-A5E8-AD4B4DC9DFB9}">
      <dsp:nvSpPr>
        <dsp:cNvPr id="0" name=""/>
        <dsp:cNvSpPr/>
      </dsp:nvSpPr>
      <dsp:spPr>
        <a:xfrm>
          <a:off x="0" y="2028"/>
          <a:ext cx="2185565" cy="10508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103799" rIns="115653" bIns="103799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</a:t>
          </a:r>
        </a:p>
      </dsp:txBody>
      <dsp:txXfrm>
        <a:off x="0" y="2028"/>
        <a:ext cx="2185565" cy="1050836"/>
      </dsp:txXfrm>
    </dsp:sp>
    <dsp:sp modelId="{96BEB5B9-3D2B-4A61-82D1-A39D9C1B0BAB}">
      <dsp:nvSpPr>
        <dsp:cNvPr id="0" name=""/>
        <dsp:cNvSpPr/>
      </dsp:nvSpPr>
      <dsp:spPr>
        <a:xfrm>
          <a:off x="2185565" y="1115915"/>
          <a:ext cx="8742263" cy="1050836"/>
        </a:xfrm>
        <a:prstGeom prst="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266913" rIns="169624" bIns="266913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destroy subject s; destroy object o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Deletes row, column from ACM; deletes column from ACM</a:t>
          </a:r>
        </a:p>
      </dsp:txBody>
      <dsp:txXfrm>
        <a:off x="2185565" y="1115915"/>
        <a:ext cx="8742263" cy="1050836"/>
      </dsp:txXfrm>
    </dsp:sp>
    <dsp:sp modelId="{C60E5CC3-8042-4681-B161-90E0CF68B72E}">
      <dsp:nvSpPr>
        <dsp:cNvPr id="0" name=""/>
        <dsp:cNvSpPr/>
      </dsp:nvSpPr>
      <dsp:spPr>
        <a:xfrm>
          <a:off x="0" y="1115915"/>
          <a:ext cx="2185565" cy="1050836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103799" rIns="115653" bIns="103799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Destroy</a:t>
          </a:r>
        </a:p>
      </dsp:txBody>
      <dsp:txXfrm>
        <a:off x="0" y="1115915"/>
        <a:ext cx="2185565" cy="1050836"/>
      </dsp:txXfrm>
    </dsp:sp>
    <dsp:sp modelId="{9E837736-C3EB-4A27-99D4-B7BDC4898DB8}">
      <dsp:nvSpPr>
        <dsp:cNvPr id="0" name=""/>
        <dsp:cNvSpPr/>
      </dsp:nvSpPr>
      <dsp:spPr>
        <a:xfrm>
          <a:off x="2185565" y="2229803"/>
          <a:ext cx="8742263" cy="1050836"/>
        </a:xfrm>
        <a:prstGeom prst="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266913" rIns="169624" bIns="266913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enter r into A[s, o]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Adds r right(s) for subject s over object  o</a:t>
          </a:r>
        </a:p>
      </dsp:txBody>
      <dsp:txXfrm>
        <a:off x="2185565" y="2229803"/>
        <a:ext cx="8742263" cy="1050836"/>
      </dsp:txXfrm>
    </dsp:sp>
    <dsp:sp modelId="{77B44645-C5CC-4090-9AD5-48BA30E191F8}">
      <dsp:nvSpPr>
        <dsp:cNvPr id="0" name=""/>
        <dsp:cNvSpPr/>
      </dsp:nvSpPr>
      <dsp:spPr>
        <a:xfrm>
          <a:off x="0" y="2229803"/>
          <a:ext cx="2185565" cy="1050836"/>
        </a:xfrm>
        <a:prstGeom prst="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103799" rIns="115653" bIns="103799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Enter</a:t>
          </a:r>
        </a:p>
      </dsp:txBody>
      <dsp:txXfrm>
        <a:off x="0" y="2229803"/>
        <a:ext cx="2185565" cy="1050836"/>
      </dsp:txXfrm>
    </dsp:sp>
    <dsp:sp modelId="{C4F57707-AFDB-47A6-BFDE-D77F61DA745A}">
      <dsp:nvSpPr>
        <dsp:cNvPr id="0" name=""/>
        <dsp:cNvSpPr/>
      </dsp:nvSpPr>
      <dsp:spPr>
        <a:xfrm>
          <a:off x="2185565" y="3343690"/>
          <a:ext cx="8742263" cy="1050836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266913" rIns="169624" bIns="266913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delete r from A[s, o]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Removes r right(s) from subject s over object  o</a:t>
          </a:r>
        </a:p>
      </dsp:txBody>
      <dsp:txXfrm>
        <a:off x="2185565" y="3343690"/>
        <a:ext cx="8742263" cy="1050836"/>
      </dsp:txXfrm>
    </dsp:sp>
    <dsp:sp modelId="{26E8C1E0-F0FA-4FD3-B3A9-CED5ABBADC9C}">
      <dsp:nvSpPr>
        <dsp:cNvPr id="0" name=""/>
        <dsp:cNvSpPr/>
      </dsp:nvSpPr>
      <dsp:spPr>
        <a:xfrm>
          <a:off x="0" y="3343690"/>
          <a:ext cx="2185565" cy="1050836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103799" rIns="115653" bIns="103799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Delete</a:t>
          </a:r>
        </a:p>
      </dsp:txBody>
      <dsp:txXfrm>
        <a:off x="0" y="3343690"/>
        <a:ext cx="2185565" cy="10508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BFC5D-8D0E-40F9-A4E1-8B5393661917}">
      <dsp:nvSpPr>
        <dsp:cNvPr id="0" name=""/>
        <dsp:cNvSpPr/>
      </dsp:nvSpPr>
      <dsp:spPr>
        <a:xfrm>
          <a:off x="0" y="335472"/>
          <a:ext cx="10927829" cy="791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Allows possessor to give rights to another</a:t>
          </a:r>
        </a:p>
      </dsp:txBody>
      <dsp:txXfrm>
        <a:off x="38638" y="374110"/>
        <a:ext cx="10850553" cy="714229"/>
      </dsp:txXfrm>
    </dsp:sp>
    <dsp:sp modelId="{2A853780-4B39-468F-A963-2FD1D3AD0A69}">
      <dsp:nvSpPr>
        <dsp:cNvPr id="0" name=""/>
        <dsp:cNvSpPr/>
      </dsp:nvSpPr>
      <dsp:spPr>
        <a:xfrm>
          <a:off x="0" y="1222017"/>
          <a:ext cx="10927829" cy="79150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Often attached as a flag to a right, so only applies to that right</a:t>
          </a:r>
        </a:p>
      </dsp:txBody>
      <dsp:txXfrm>
        <a:off x="38638" y="1260655"/>
        <a:ext cx="10850553" cy="714229"/>
      </dsp:txXfrm>
    </dsp:sp>
    <dsp:sp modelId="{4C3D543C-7AF6-49B4-A440-FA21D7D44A92}">
      <dsp:nvSpPr>
        <dsp:cNvPr id="0" name=""/>
        <dsp:cNvSpPr/>
      </dsp:nvSpPr>
      <dsp:spPr>
        <a:xfrm>
          <a:off x="0" y="2013522"/>
          <a:ext cx="10927829" cy="905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959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i="1" kern="1200"/>
            <a:t>r</a:t>
          </a:r>
          <a:r>
            <a:rPr lang="en-US" sz="2600" kern="1200"/>
            <a:t> is read right that cannot be copied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i="1" kern="1200"/>
            <a:t>rc</a:t>
          </a:r>
          <a:r>
            <a:rPr lang="en-US" sz="2600" kern="1200"/>
            <a:t> is read right that can be copied</a:t>
          </a:r>
        </a:p>
      </dsp:txBody>
      <dsp:txXfrm>
        <a:off x="0" y="2013522"/>
        <a:ext cx="10927829" cy="905107"/>
      </dsp:txXfrm>
    </dsp:sp>
    <dsp:sp modelId="{58E59F66-9949-4B92-902F-6DCC31670D64}">
      <dsp:nvSpPr>
        <dsp:cNvPr id="0" name=""/>
        <dsp:cNvSpPr/>
      </dsp:nvSpPr>
      <dsp:spPr>
        <a:xfrm>
          <a:off x="0" y="2918629"/>
          <a:ext cx="10927829" cy="79150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Is copy flag copied when giving </a:t>
          </a:r>
          <a:r>
            <a:rPr lang="en-US" sz="3300" i="1" kern="1200"/>
            <a:t>r</a:t>
          </a:r>
          <a:r>
            <a:rPr lang="en-US" sz="3300" kern="1200"/>
            <a:t> rights?</a:t>
          </a:r>
        </a:p>
      </dsp:txBody>
      <dsp:txXfrm>
        <a:off x="38638" y="2957267"/>
        <a:ext cx="10850553" cy="714229"/>
      </dsp:txXfrm>
    </dsp:sp>
    <dsp:sp modelId="{9BA579A1-B42E-454B-A4DA-1E181776CA15}">
      <dsp:nvSpPr>
        <dsp:cNvPr id="0" name=""/>
        <dsp:cNvSpPr/>
      </dsp:nvSpPr>
      <dsp:spPr>
        <a:xfrm>
          <a:off x="0" y="3710134"/>
          <a:ext cx="10927829" cy="5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959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 dirty="0"/>
            <a:t>Depends on model</a:t>
          </a:r>
        </a:p>
      </dsp:txBody>
      <dsp:txXfrm>
        <a:off x="0" y="3710134"/>
        <a:ext cx="10927829" cy="546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3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E9342-A0CF-441D-8031-A99377EDC02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07908-FFF3-4E06-8AAB-65081BE1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038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3123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47E00-66FE-4AE5-B79A-D00B823C99C6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87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71381"/>
            <a:ext cx="789940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B63D4-1D70-40BD-BDA7-41BED40817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07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80698AE-6DCB-F094-C890-C749CA0960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DB37A0-5A23-4420-A3F4-B2377ADA8229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CA771189-E7C0-D740-37EB-1688C99D01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31C044A-DFCB-7BBD-1CF9-4A295EC3D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6CD7321-301A-8A36-38DC-310E12D79F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3D573C-C070-4967-95F4-C988842B940B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70D59C01-B72B-D58B-D3D1-674061365E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A7C22FD-A526-9DF7-78E2-A10FCCDE0B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47463A7-2663-4499-B4BB-441672C1F4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4A2FAF-780E-4B48-8A51-36161253F62C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D814B3CF-5D7E-A5C4-6C9C-FA39032949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3895FA5-E9C7-FF3E-BEAE-5E852BEF27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8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38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37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9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09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1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89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57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1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8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91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203200" y="5667376"/>
            <a:ext cx="2540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pitchFamily="34" charset="0"/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28699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8" name="Group 10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pitchFamily="34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pitchFamily="34" charset="0"/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953117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CDDD6-8C87-4C9D-B8B1-F905E3E845CB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5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581400" y="4221893"/>
            <a:ext cx="6629400" cy="930877"/>
          </a:xfrm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2800" b="1" dirty="0">
                <a:latin typeface="Baskerville Old Face" panose="02020602080505020303" pitchFamily="18" charset="0"/>
              </a:rPr>
              <a:t>SYSTEM SECURITY (CS F321)</a:t>
            </a:r>
            <a:br>
              <a:rPr lang="en-US" sz="2800" b="1" dirty="0">
                <a:latin typeface="Baskerville Old Face" panose="02020602080505020303" pitchFamily="18" charset="0"/>
              </a:rPr>
            </a:br>
            <a:r>
              <a:rPr lang="en-US" sz="2800" dirty="0">
                <a:latin typeface="Baskerville Old Face" panose="02020602080505020303" pitchFamily="18" charset="0"/>
              </a:rPr>
              <a:t>Access Control Matrix</a:t>
            </a:r>
            <a:r>
              <a:rPr lang="en-US" sz="2800" dirty="0">
                <a:latin typeface="Baskerville Old Face" panose="02020602080505020303" pitchFamily="18" charset="0"/>
                <a:cs typeface="Arial" charset="0"/>
              </a:rPr>
              <a:t>	</a:t>
            </a:r>
          </a:p>
        </p:txBody>
      </p:sp>
      <p:sp>
        <p:nvSpPr>
          <p:cNvPr id="3" name="Content Placeholder 5"/>
          <p:cNvSpPr>
            <a:spLocks noGrp="1"/>
          </p:cNvSpPr>
          <p:nvPr/>
        </p:nvSpPr>
        <p:spPr>
          <a:xfrm>
            <a:off x="3687461" y="5152770"/>
            <a:ext cx="6019800" cy="533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r" defTabSz="914400" rtl="0" eaLnBrk="1" latinLnBrk="0" hangingPunct="1">
              <a:lnSpc>
                <a:spcPts val="1800"/>
              </a:lnSpc>
              <a:spcBef>
                <a:spcPts val="0"/>
              </a:spcBef>
              <a:buFont typeface="Arial" pitchFamily="34" charset="0"/>
              <a:buNone/>
              <a:defRPr sz="18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Book Antiqua" panose="02040602050305030304" pitchFamily="18" charset="0"/>
              </a:rPr>
              <a:t>Barsha Mitra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CSIS Dept., BITS 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42003754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5" name="Picture 37894">
            <a:extLst>
              <a:ext uri="{FF2B5EF4-FFF2-40B4-BE49-F238E27FC236}">
                <a16:creationId xmlns:a16="http://schemas.microsoft.com/office/drawing/2014/main" id="{8F155191-646D-282B-9849-6839406D170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729" r="9091" b="3713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7904" name="Rectangle 3790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16A65185-D6DA-FC71-F8E7-52A363452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/>
              <a:t>Overview</a:t>
            </a:r>
          </a:p>
        </p:txBody>
      </p:sp>
      <p:graphicFrame>
        <p:nvGraphicFramePr>
          <p:cNvPr id="37893" name="Rectangle 3">
            <a:extLst>
              <a:ext uri="{FF2B5EF4-FFF2-40B4-BE49-F238E27FC236}">
                <a16:creationId xmlns:a16="http://schemas.microsoft.com/office/drawing/2014/main" id="{9F128923-37CE-D6B7-3E4B-B654173580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87536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39A6D1-1FDD-D6C6-F81F-662FE0C0B925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327013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856234E-F056-64EB-9324-58C42C97A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/>
              <a:t>Access Control Matrix</a:t>
            </a:r>
          </a:p>
        </p:txBody>
      </p:sp>
      <p:grpSp>
        <p:nvGrpSpPr>
          <p:cNvPr id="39993" name="Group 57">
            <a:extLst>
              <a:ext uri="{FF2B5EF4-FFF2-40B4-BE49-F238E27FC236}">
                <a16:creationId xmlns:a16="http://schemas.microsoft.com/office/drawing/2014/main" id="{22C75D4C-ED0E-1A7F-8C6A-765827D06FAD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362200"/>
            <a:ext cx="4192588" cy="3276600"/>
            <a:chOff x="767" y="1248"/>
            <a:chExt cx="2641" cy="2064"/>
          </a:xfrm>
        </p:grpSpPr>
        <p:sp>
          <p:nvSpPr>
            <p:cNvPr id="39973" name="Text Box 37">
              <a:extLst>
                <a:ext uri="{FF2B5EF4-FFF2-40B4-BE49-F238E27FC236}">
                  <a16:creationId xmlns:a16="http://schemas.microsoft.com/office/drawing/2014/main" id="{4261A72A-4DE3-7CEE-AF30-18013AE37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248"/>
              <a:ext cx="13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/>
                <a:t>objects (entities)</a:t>
              </a:r>
            </a:p>
          </p:txBody>
        </p:sp>
        <p:sp>
          <p:nvSpPr>
            <p:cNvPr id="39974" name="Text Box 38">
              <a:extLst>
                <a:ext uri="{FF2B5EF4-FFF2-40B4-BE49-F238E27FC236}">
                  <a16:creationId xmlns:a16="http://schemas.microsoft.com/office/drawing/2014/main" id="{4E118068-8850-0D9E-3DD5-88236A73A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543" y="2384"/>
              <a:ext cx="7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/>
                <a:t>subjects</a:t>
              </a:r>
            </a:p>
          </p:txBody>
        </p:sp>
        <p:sp>
          <p:nvSpPr>
            <p:cNvPr id="39975" name="Text Box 39">
              <a:extLst>
                <a:ext uri="{FF2B5EF4-FFF2-40B4-BE49-F238E27FC236}">
                  <a16:creationId xmlns:a16="http://schemas.microsoft.com/office/drawing/2014/main" id="{53EF778E-E510-679E-C7D9-CA3DBD5A9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872"/>
              <a:ext cx="308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i="1"/>
                <a:t>s</a:t>
              </a:r>
              <a:r>
                <a:rPr lang="en-US" altLang="en-US" sz="2400" baseline="-25000"/>
                <a:t>1</a:t>
              </a:r>
            </a:p>
            <a:p>
              <a:r>
                <a:rPr lang="en-US" altLang="en-US" sz="2400" i="1"/>
                <a:t>s</a:t>
              </a:r>
              <a:r>
                <a:rPr lang="en-US" altLang="en-US" sz="2400" baseline="-25000"/>
                <a:t>2</a:t>
              </a:r>
              <a:endParaRPr lang="en-US" altLang="en-US" sz="2400"/>
            </a:p>
            <a:p>
              <a:endParaRPr lang="en-US" altLang="en-US" sz="2400"/>
            </a:p>
            <a:p>
              <a:r>
                <a:rPr lang="en-US" altLang="en-US" sz="2400"/>
                <a:t>…</a:t>
              </a:r>
            </a:p>
            <a:p>
              <a:endParaRPr lang="en-US" altLang="en-US" sz="2400"/>
            </a:p>
            <a:p>
              <a:r>
                <a:rPr lang="en-US" altLang="en-US" sz="2400" i="1"/>
                <a:t>s</a:t>
              </a:r>
              <a:r>
                <a:rPr lang="en-US" altLang="en-US" sz="2400" i="1" baseline="-25000"/>
                <a:t>n</a:t>
              </a:r>
              <a:endParaRPr lang="en-US" altLang="en-US" sz="2400"/>
            </a:p>
          </p:txBody>
        </p:sp>
        <p:sp>
          <p:nvSpPr>
            <p:cNvPr id="39976" name="Text Box 40">
              <a:extLst>
                <a:ext uri="{FF2B5EF4-FFF2-40B4-BE49-F238E27FC236}">
                  <a16:creationId xmlns:a16="http://schemas.microsoft.com/office/drawing/2014/main" id="{84085CF7-47FA-1CB5-411A-0B72AA287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84"/>
              <a:ext cx="183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i="1" dirty="0"/>
                <a:t>o</a:t>
              </a:r>
              <a:r>
                <a:rPr lang="en-US" altLang="en-US" sz="2400" baseline="-25000" dirty="0"/>
                <a:t>1  </a:t>
              </a:r>
              <a:r>
                <a:rPr lang="en-US" altLang="en-US" sz="2400" dirty="0"/>
                <a:t>  …     </a:t>
              </a:r>
              <a:r>
                <a:rPr lang="en-US" altLang="en-US" sz="2400" i="1" dirty="0"/>
                <a:t>o</a:t>
              </a:r>
              <a:r>
                <a:rPr lang="en-US" altLang="en-US" sz="2400" i="1" baseline="-25000" dirty="0"/>
                <a:t>m</a:t>
              </a:r>
              <a:r>
                <a:rPr lang="en-US" altLang="en-US" sz="2400" dirty="0"/>
                <a:t>   </a:t>
              </a:r>
              <a:r>
                <a:rPr lang="en-US" altLang="en-US" sz="2400" i="1" dirty="0"/>
                <a:t>s</a:t>
              </a:r>
              <a:r>
                <a:rPr lang="en-US" altLang="en-US" sz="2400" baseline="-25000" dirty="0"/>
                <a:t>1</a:t>
              </a:r>
              <a:r>
                <a:rPr lang="en-US" altLang="en-US" sz="2400" dirty="0"/>
                <a:t>   …    </a:t>
              </a:r>
              <a:r>
                <a:rPr lang="en-US" altLang="en-US" sz="2400" i="1" dirty="0" err="1"/>
                <a:t>s</a:t>
              </a:r>
              <a:r>
                <a:rPr lang="en-US" altLang="en-US" sz="2400" i="1" baseline="-25000" dirty="0" err="1"/>
                <a:t>n</a:t>
              </a:r>
              <a:endParaRPr lang="en-US" altLang="en-US" sz="2400" i="1" dirty="0"/>
            </a:p>
          </p:txBody>
        </p:sp>
        <p:sp>
          <p:nvSpPr>
            <p:cNvPr id="39977" name="Line 41">
              <a:extLst>
                <a:ext uri="{FF2B5EF4-FFF2-40B4-BE49-F238E27FC236}">
                  <a16:creationId xmlns:a16="http://schemas.microsoft.com/office/drawing/2014/main" id="{B9F28187-B514-FE29-C844-CF04329370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87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980" name="Line 44">
              <a:extLst>
                <a:ext uri="{FF2B5EF4-FFF2-40B4-BE49-F238E27FC236}">
                  <a16:creationId xmlns:a16="http://schemas.microsoft.com/office/drawing/2014/main" id="{5A5972BD-02D4-21BF-CBA6-941F8AAA55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87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981" name="Line 45">
              <a:extLst>
                <a:ext uri="{FF2B5EF4-FFF2-40B4-BE49-F238E27FC236}">
                  <a16:creationId xmlns:a16="http://schemas.microsoft.com/office/drawing/2014/main" id="{908B0362-53F8-6760-0BF8-D3AD9DD68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87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982" name="Line 46">
              <a:extLst>
                <a:ext uri="{FF2B5EF4-FFF2-40B4-BE49-F238E27FC236}">
                  <a16:creationId xmlns:a16="http://schemas.microsoft.com/office/drawing/2014/main" id="{EE074E5F-25D7-E189-B397-1CD7AC423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87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983" name="Line 47">
              <a:extLst>
                <a:ext uri="{FF2B5EF4-FFF2-40B4-BE49-F238E27FC236}">
                  <a16:creationId xmlns:a16="http://schemas.microsoft.com/office/drawing/2014/main" id="{4D467358-3581-ECCD-FCB5-26A26A0D9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87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984" name="Line 48">
              <a:extLst>
                <a:ext uri="{FF2B5EF4-FFF2-40B4-BE49-F238E27FC236}">
                  <a16:creationId xmlns:a16="http://schemas.microsoft.com/office/drawing/2014/main" id="{21CAEC32-243C-8768-879B-4B8BC499D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187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985" name="Line 49">
              <a:extLst>
                <a:ext uri="{FF2B5EF4-FFF2-40B4-BE49-F238E27FC236}">
                  <a16:creationId xmlns:a16="http://schemas.microsoft.com/office/drawing/2014/main" id="{FA5A7C04-4E4A-659C-F56E-8548D1143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87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986" name="Line 50">
              <a:extLst>
                <a:ext uri="{FF2B5EF4-FFF2-40B4-BE49-F238E27FC236}">
                  <a16:creationId xmlns:a16="http://schemas.microsoft.com/office/drawing/2014/main" id="{CBA908FF-EACF-E53B-784F-B736B87967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872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987" name="Line 51">
              <a:extLst>
                <a:ext uri="{FF2B5EF4-FFF2-40B4-BE49-F238E27FC236}">
                  <a16:creationId xmlns:a16="http://schemas.microsoft.com/office/drawing/2014/main" id="{BA80FE9B-10BD-34A0-423E-87412F372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112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988" name="Line 52">
              <a:extLst>
                <a:ext uri="{FF2B5EF4-FFF2-40B4-BE49-F238E27FC236}">
                  <a16:creationId xmlns:a16="http://schemas.microsoft.com/office/drawing/2014/main" id="{981087D6-9092-C868-740E-80EACE7026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352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989" name="Line 53">
              <a:extLst>
                <a:ext uri="{FF2B5EF4-FFF2-40B4-BE49-F238E27FC236}">
                  <a16:creationId xmlns:a16="http://schemas.microsoft.com/office/drawing/2014/main" id="{7A3F78B6-968E-AFC4-0C40-959C1795D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072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990" name="Line 54">
              <a:extLst>
                <a:ext uri="{FF2B5EF4-FFF2-40B4-BE49-F238E27FC236}">
                  <a16:creationId xmlns:a16="http://schemas.microsoft.com/office/drawing/2014/main" id="{2D940A85-7C49-A124-8F8A-162603C39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312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39992" name="Rectangle 56">
            <a:extLst>
              <a:ext uri="{FF2B5EF4-FFF2-40B4-BE49-F238E27FC236}">
                <a16:creationId xmlns:a16="http://schemas.microsoft.com/office/drawing/2014/main" id="{87C899AA-1130-19D6-6DD6-2AEEF7A7AD2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1981200"/>
            <a:ext cx="3810000" cy="4191000"/>
          </a:xfrm>
        </p:spPr>
        <p:txBody>
          <a:bodyPr>
            <a:normAutofit lnSpcReduction="10000"/>
          </a:bodyPr>
          <a:lstStyle/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Subjects </a:t>
            </a:r>
            <a:r>
              <a:rPr lang="en-US" altLang="en-US" sz="2400" i="1" dirty="0"/>
              <a:t>S</a:t>
            </a:r>
            <a:r>
              <a:rPr lang="en-US" altLang="en-US" sz="2400" dirty="0"/>
              <a:t> = { </a:t>
            </a:r>
            <a:r>
              <a:rPr lang="en-US" altLang="en-US" sz="2400" i="1" dirty="0"/>
              <a:t>s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,…,</a:t>
            </a:r>
            <a:r>
              <a:rPr lang="en-US" altLang="en-US" sz="2400" i="1" dirty="0" err="1"/>
              <a:t>s</a:t>
            </a:r>
            <a:r>
              <a:rPr lang="en-US" altLang="en-US" sz="2400" i="1" baseline="-25000" dirty="0" err="1"/>
              <a:t>n</a:t>
            </a:r>
            <a:r>
              <a:rPr lang="en-US" altLang="en-US" sz="2400" dirty="0"/>
              <a:t> }</a:t>
            </a:r>
          </a:p>
          <a:p>
            <a:r>
              <a:rPr lang="en-US" altLang="en-US" sz="2400" dirty="0"/>
              <a:t>Objects </a:t>
            </a:r>
            <a:r>
              <a:rPr lang="en-US" altLang="en-US" sz="2400" i="1" dirty="0"/>
              <a:t>O</a:t>
            </a:r>
            <a:r>
              <a:rPr lang="en-US" altLang="en-US" sz="2400" dirty="0"/>
              <a:t> = { </a:t>
            </a:r>
            <a:r>
              <a:rPr lang="en-US" altLang="en-US" sz="2400" i="1" dirty="0"/>
              <a:t>o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,…,</a:t>
            </a:r>
            <a:r>
              <a:rPr lang="en-US" altLang="en-US" sz="2400" i="1" dirty="0"/>
              <a:t>o</a:t>
            </a:r>
            <a:r>
              <a:rPr lang="en-US" altLang="en-US" sz="2400" i="1" baseline="-25000" dirty="0"/>
              <a:t>m</a:t>
            </a:r>
            <a:r>
              <a:rPr lang="en-US" altLang="en-US" sz="2400" dirty="0"/>
              <a:t> }</a:t>
            </a:r>
          </a:p>
          <a:p>
            <a:r>
              <a:rPr lang="en-US" altLang="en-US" sz="2400" dirty="0"/>
              <a:t>Rights </a:t>
            </a:r>
            <a:r>
              <a:rPr lang="en-US" altLang="en-US" sz="2400" i="1" dirty="0"/>
              <a:t>R</a:t>
            </a:r>
            <a:r>
              <a:rPr lang="en-US" altLang="en-US" sz="2400" dirty="0"/>
              <a:t> = { </a:t>
            </a:r>
            <a:r>
              <a:rPr lang="en-US" altLang="en-US" sz="2400" i="1" dirty="0"/>
              <a:t>r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,…,</a:t>
            </a:r>
            <a:r>
              <a:rPr lang="en-US" altLang="en-US" sz="2400" i="1" dirty="0" err="1"/>
              <a:t>r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}</a:t>
            </a:r>
          </a:p>
          <a:p>
            <a:r>
              <a:rPr lang="en-US" altLang="en-US" sz="2400" dirty="0"/>
              <a:t>Entries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s</a:t>
            </a:r>
            <a:r>
              <a:rPr lang="en-US" altLang="en-US" sz="2400" i="1" baseline="-25000" dirty="0" err="1"/>
              <a:t>i</a:t>
            </a:r>
            <a:r>
              <a:rPr lang="en-US" altLang="en-US" sz="2400" dirty="0"/>
              <a:t>, </a:t>
            </a:r>
            <a:r>
              <a:rPr lang="en-US" altLang="en-US" sz="2400" i="1" dirty="0" err="1"/>
              <a:t>o</a:t>
            </a:r>
            <a:r>
              <a:rPr lang="en-US" altLang="en-US" sz="2400" i="1" baseline="-25000" dirty="0" err="1"/>
              <a:t>j</a:t>
            </a:r>
            <a:r>
              <a:rPr lang="en-US" altLang="en-US" sz="2400" dirty="0"/>
              <a:t>] 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</a:t>
            </a:r>
            <a:r>
              <a:rPr lang="en-US" altLang="en-US" sz="2800" dirty="0">
                <a:latin typeface="Symbol" panose="05050102010706020507" pitchFamily="18" charset="2"/>
              </a:rPr>
              <a:t> </a:t>
            </a:r>
            <a:r>
              <a:rPr lang="en-US" altLang="en-US" sz="2400" i="1" dirty="0"/>
              <a:t>R</a:t>
            </a:r>
            <a:endParaRPr lang="en-US" altLang="en-US" sz="2400" dirty="0"/>
          </a:p>
          <a:p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s</a:t>
            </a:r>
            <a:r>
              <a:rPr lang="en-US" altLang="en-US" sz="2400" i="1" baseline="-25000" dirty="0" err="1"/>
              <a:t>i</a:t>
            </a:r>
            <a:r>
              <a:rPr lang="en-US" altLang="en-US" sz="2400" dirty="0"/>
              <a:t>, </a:t>
            </a:r>
            <a:r>
              <a:rPr lang="en-US" altLang="en-US" sz="2400" i="1" dirty="0" err="1"/>
              <a:t>o</a:t>
            </a:r>
            <a:r>
              <a:rPr lang="en-US" altLang="en-US" sz="2400" i="1" baseline="-25000" dirty="0" err="1"/>
              <a:t>j</a:t>
            </a:r>
            <a:r>
              <a:rPr lang="en-US" altLang="en-US" sz="2400" dirty="0"/>
              <a:t>] = { </a:t>
            </a:r>
            <a:r>
              <a:rPr lang="en-US" altLang="en-US" sz="2400" i="1" dirty="0" err="1"/>
              <a:t>r</a:t>
            </a:r>
            <a:r>
              <a:rPr lang="en-US" altLang="en-US" sz="2400" i="1" baseline="-25000" dirty="0" err="1"/>
              <a:t>x</a:t>
            </a:r>
            <a:r>
              <a:rPr lang="en-US" altLang="en-US" sz="2400" dirty="0"/>
              <a:t>, …, </a:t>
            </a:r>
            <a:r>
              <a:rPr lang="en-US" altLang="en-US" sz="2400" i="1" dirty="0" err="1"/>
              <a:t>r</a:t>
            </a:r>
            <a:r>
              <a:rPr lang="en-US" altLang="en-US" sz="2400" i="1" baseline="-25000" dirty="0" err="1"/>
              <a:t>y</a:t>
            </a:r>
            <a:r>
              <a:rPr lang="en-US" altLang="en-US" sz="2400" dirty="0"/>
              <a:t> } means subject </a:t>
            </a:r>
            <a:r>
              <a:rPr lang="en-US" altLang="en-US" sz="2400" i="1" dirty="0" err="1"/>
              <a:t>s</a:t>
            </a:r>
            <a:r>
              <a:rPr lang="en-US" altLang="en-US" sz="2400" i="1" baseline="-25000" dirty="0" err="1"/>
              <a:t>i</a:t>
            </a:r>
            <a:r>
              <a:rPr lang="en-US" altLang="en-US" sz="2400" i="1" baseline="-25000" dirty="0"/>
              <a:t> </a:t>
            </a:r>
            <a:r>
              <a:rPr lang="en-US" altLang="en-US" sz="2400" dirty="0"/>
              <a:t>has rights </a:t>
            </a:r>
            <a:r>
              <a:rPr lang="en-US" altLang="en-US" sz="2400" i="1" dirty="0" err="1"/>
              <a:t>r</a:t>
            </a:r>
            <a:r>
              <a:rPr lang="en-US" altLang="en-US" sz="2400" i="1" baseline="-25000" dirty="0" err="1"/>
              <a:t>x</a:t>
            </a:r>
            <a:r>
              <a:rPr lang="en-US" altLang="en-US" sz="2400" dirty="0"/>
              <a:t>, …, </a:t>
            </a:r>
            <a:r>
              <a:rPr lang="en-US" altLang="en-US" sz="2400" i="1" dirty="0" err="1"/>
              <a:t>r</a:t>
            </a:r>
            <a:r>
              <a:rPr lang="en-US" altLang="en-US" sz="2400" i="1" baseline="-25000" dirty="0" err="1"/>
              <a:t>y</a:t>
            </a:r>
            <a:r>
              <a:rPr lang="en-US" altLang="en-US" sz="2400" dirty="0"/>
              <a:t> over object </a:t>
            </a:r>
            <a:r>
              <a:rPr lang="en-US" altLang="en-US" sz="2400" i="1" dirty="0" err="1"/>
              <a:t>o</a:t>
            </a:r>
            <a:r>
              <a:rPr lang="en-US" altLang="en-US" sz="2400" i="1" baseline="-25000" dirty="0" err="1"/>
              <a:t>j</a:t>
            </a:r>
            <a:endParaRPr lang="en-US" altLang="en-US" sz="2400" i="1" baseline="-25000" dirty="0"/>
          </a:p>
          <a:p>
            <a:r>
              <a:rPr lang="en-US" altLang="en-US" sz="2400" dirty="0"/>
              <a:t>(</a:t>
            </a:r>
            <a:r>
              <a:rPr lang="en-US" altLang="en-US" sz="2400" i="1" dirty="0"/>
              <a:t>S, O, A</a:t>
            </a:r>
            <a:r>
              <a:rPr lang="en-US" altLang="en-US" sz="2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F5B07-75CC-187D-7161-06B0654DD437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1934710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21" name="Rectangle 430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23" name="Rectangle 430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25" name="Rectangle 430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27" name="Rectangle 430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B4C9EB6-E178-F27A-1A7D-89A98A8525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FFFFFF"/>
                </a:solidFill>
              </a:rPr>
              <a:t>Example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EB3FF0-49FA-57F8-C401-3E9178A7242D}"/>
              </a:ext>
            </a:extLst>
          </p:cNvPr>
          <p:cNvSpPr txBox="1"/>
          <p:nvPr/>
        </p:nvSpPr>
        <p:spPr>
          <a:xfrm>
            <a:off x="1031922" y="1748728"/>
            <a:ext cx="6090556" cy="176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377950" algn="l"/>
                <a:tab pos="2973388" algn="l"/>
                <a:tab pos="4692650" algn="l"/>
                <a:tab pos="6396038" algn="l"/>
              </a:tabLst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Processes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p1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lang="en-US" altLang="en-US" sz="3200" i="1" dirty="0">
                <a:solidFill>
                  <a:srgbClr val="000000"/>
                </a:solidFill>
              </a:rPr>
              <a:t>p2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377950" algn="l"/>
                <a:tab pos="2973388" algn="l"/>
                <a:tab pos="4692650" algn="l"/>
                <a:tab pos="6396038" algn="l"/>
              </a:tabLst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Files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f1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lang="en-US" altLang="en-US" sz="3200" i="1" dirty="0">
                <a:solidFill>
                  <a:srgbClr val="000000"/>
                </a:solidFill>
              </a:rPr>
              <a:t>f2</a:t>
            </a:r>
            <a:endParaRPr kumimoji="0" lang="en-US" altLang="en-US" sz="3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377950" algn="l"/>
                <a:tab pos="2973388" algn="l"/>
                <a:tab pos="4692650" algn="l"/>
                <a:tab pos="6396038" algn="l"/>
              </a:tabLst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Rights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97345E8-89D0-63E8-034B-0D05A8120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608531"/>
              </p:ext>
            </p:extLst>
          </p:nvPr>
        </p:nvGraphicFramePr>
        <p:xfrm>
          <a:off x="1587383" y="4074162"/>
          <a:ext cx="8128000" cy="17373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269395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49656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563999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2475939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69374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3200" i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   f1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   f2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   p1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   p2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787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i="1" dirty="0"/>
                        <a:t>p1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r, w, 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r, w, x, 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24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i="1" dirty="0"/>
                        <a:t>p2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r, 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r, w, x, 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72056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919E736-C5B7-B9C7-9F89-1490603C35E9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2735600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784" name="Rectangle 7578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6" name="Rectangle 7578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8" name="Rectangle 7578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0" name="Rectangle 7578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2" name="Rectangle 7579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2D39892D-4E3A-8C28-ACCA-5E85DDD19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FFFFFF"/>
                </a:solidFill>
              </a:rPr>
              <a:t>ACM in the Real World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163A048C-F515-E028-F946-4D9D79C4C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0873" y="2007805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altLang="en-US" sz="3200" b="1" dirty="0"/>
              <a:t>A Unix filesystem is an access control matrix</a:t>
            </a:r>
          </a:p>
          <a:p>
            <a:pPr lvl="1"/>
            <a:r>
              <a:rPr lang="en-US" altLang="en-US" sz="3200" dirty="0"/>
              <a:t>Subjects = users, Objects = files</a:t>
            </a:r>
          </a:p>
          <a:p>
            <a:pPr lvl="1"/>
            <a:r>
              <a:rPr lang="en-US" altLang="en-US" sz="3200" dirty="0"/>
              <a:t>Rights = read, write, execute</a:t>
            </a:r>
          </a:p>
          <a:p>
            <a:r>
              <a:rPr lang="en-US" altLang="en-US" sz="3200" b="1" dirty="0"/>
              <a:t>"-rwxr-x---" on report.txt means:</a:t>
            </a:r>
          </a:p>
          <a:p>
            <a:pPr lvl="1"/>
            <a:r>
              <a:rPr lang="en-US" altLang="en-US" sz="3200" dirty="0"/>
              <a:t>Owner: read, write, execute</a:t>
            </a:r>
          </a:p>
          <a:p>
            <a:pPr lvl="1"/>
            <a:r>
              <a:rPr lang="en-US" altLang="en-US" sz="3200" dirty="0"/>
              <a:t>Group: read, execute;  Others: none</a:t>
            </a:r>
          </a:p>
        </p:txBody>
      </p:sp>
    </p:spTree>
    <p:extLst>
      <p:ext uri="{BB962C8B-B14F-4D97-AF65-F5344CB8AC3E}">
        <p14:creationId xmlns:p14="http://schemas.microsoft.com/office/powerpoint/2010/main" val="346348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593" name="Rectangle 6759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595" name="Rectangle 6759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597" name="Rectangle 6759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599" name="Rectangle 6759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D97EA0D4-A637-4F6E-29A8-F330A437CB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FFFFFF"/>
                </a:solidFill>
              </a:rPr>
              <a:t>Protection State Transitions</a:t>
            </a:r>
          </a:p>
        </p:txBody>
      </p:sp>
      <p:graphicFrame>
        <p:nvGraphicFramePr>
          <p:cNvPr id="67589" name="Rectangle 3">
            <a:extLst>
              <a:ext uri="{FF2B5EF4-FFF2-40B4-BE49-F238E27FC236}">
                <a16:creationId xmlns:a16="http://schemas.microsoft.com/office/drawing/2014/main" id="{A61A479A-58EE-6694-B87C-EE6C202C98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642085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9D23696-E130-C2AF-3FFF-6FB3AD1AD62B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2429009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784" name="Rectangle 7578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6" name="Rectangle 7578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8" name="Rectangle 7578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0" name="Rectangle 7578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2" name="Rectangle 7579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2D39892D-4E3A-8C28-ACCA-5E85DDD19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FFFFFF"/>
                </a:solidFill>
              </a:rPr>
              <a:t>State Transition - Example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163A048C-F515-E028-F946-4D9D79C4C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0873" y="2007805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altLang="en-US" sz="3200" b="1" dirty="0"/>
              <a:t>Start: p1 owns file f1 with r, w, o</a:t>
            </a:r>
          </a:p>
          <a:p>
            <a:r>
              <a:rPr lang="en-US" altLang="en-US" sz="3200" b="1" dirty="0"/>
              <a:t>Command: p1 creates a new file f2</a:t>
            </a:r>
          </a:p>
          <a:p>
            <a:pPr lvl="1"/>
            <a:r>
              <a:rPr lang="en-US" altLang="en-US" sz="3200" dirty="0"/>
              <a:t>A new column f2 is added</a:t>
            </a:r>
          </a:p>
          <a:p>
            <a:pPr lvl="1"/>
            <a:r>
              <a:rPr lang="en-US" altLang="en-US" sz="3200" dirty="0"/>
              <a:t>p1 gets r, w, o over f2</a:t>
            </a:r>
          </a:p>
          <a:p>
            <a:r>
              <a:rPr lang="en-US" altLang="en-US" sz="3200" b="1" dirty="0"/>
              <a:t>The matrix moves to a new protection state</a:t>
            </a:r>
          </a:p>
        </p:txBody>
      </p:sp>
    </p:spTree>
    <p:extLst>
      <p:ext uri="{BB962C8B-B14F-4D97-AF65-F5344CB8AC3E}">
        <p14:creationId xmlns:p14="http://schemas.microsoft.com/office/powerpoint/2010/main" val="346348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908" name="Rectangle 8090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907" name="Rectangle 8090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909" name="Rectangle 8090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911" name="Rectangle 8091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F246CF72-FC4C-D831-30C9-B3E4F70396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FFFFFF"/>
                </a:solidFill>
              </a:rPr>
              <a:t>Primitive Operations</a:t>
            </a:r>
          </a:p>
        </p:txBody>
      </p:sp>
      <p:graphicFrame>
        <p:nvGraphicFramePr>
          <p:cNvPr id="80910" name="Rectangle 3">
            <a:extLst>
              <a:ext uri="{FF2B5EF4-FFF2-40B4-BE49-F238E27FC236}">
                <a16:creationId xmlns:a16="http://schemas.microsoft.com/office/drawing/2014/main" id="{E0B718DD-D994-AB60-07B6-32DCD458B3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4140623"/>
              </p:ext>
            </p:extLst>
          </p:nvPr>
        </p:nvGraphicFramePr>
        <p:xfrm>
          <a:off x="711168" y="1836096"/>
          <a:ext cx="10927829" cy="4396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34714B-C6C6-04E7-B754-11B4BC155378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1612781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784" name="Rectangle 7578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6" name="Rectangle 7578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8" name="Rectangle 7578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0" name="Rectangle 7578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2" name="Rectangle 7579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2D39892D-4E3A-8C28-ACCA-5E85DDD19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FFFFFF"/>
                </a:solidFill>
              </a:rPr>
              <a:t>Primitive Operations - Example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163A048C-F515-E028-F946-4D9D79C4C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0873" y="2007805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altLang="en-US" sz="3200" b="1" dirty="0"/>
              <a:t>create subject p1</a:t>
            </a:r>
          </a:p>
          <a:p>
            <a:r>
              <a:rPr lang="en-US" altLang="en-US" sz="3200" b="1" dirty="0"/>
              <a:t>create object f1</a:t>
            </a:r>
          </a:p>
          <a:p>
            <a:r>
              <a:rPr lang="en-US" altLang="en-US" sz="3200" b="1" dirty="0"/>
              <a:t>enter own into A[p1, f1]</a:t>
            </a:r>
          </a:p>
          <a:p>
            <a:r>
              <a:rPr lang="en-US" altLang="en-US" sz="3200" b="1" dirty="0"/>
              <a:t>enter r into A[p1, f1]</a:t>
            </a:r>
          </a:p>
          <a:p>
            <a:r>
              <a:rPr lang="en-US" altLang="en-US" sz="3200" b="1" dirty="0"/>
              <a:t>delete r from A[p1, f1]</a:t>
            </a:r>
          </a:p>
        </p:txBody>
      </p:sp>
    </p:spTree>
    <p:extLst>
      <p:ext uri="{BB962C8B-B14F-4D97-AF65-F5344CB8AC3E}">
        <p14:creationId xmlns:p14="http://schemas.microsoft.com/office/powerpoint/2010/main" val="346348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737" name="Rectangle 737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739" name="Rectangle 7373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741" name="Rectangle 7374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743" name="Rectangle 7374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3E43679C-DA12-BF3E-FD43-B72196E37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FFFFFF"/>
                </a:solidFill>
              </a:rPr>
              <a:t>Copy Right</a:t>
            </a:r>
          </a:p>
        </p:txBody>
      </p:sp>
      <p:graphicFrame>
        <p:nvGraphicFramePr>
          <p:cNvPr id="73733" name="Rectangle 3">
            <a:extLst>
              <a:ext uri="{FF2B5EF4-FFF2-40B4-BE49-F238E27FC236}">
                <a16:creationId xmlns:a16="http://schemas.microsoft.com/office/drawing/2014/main" id="{FCFC8F4E-506C-4BE7-B330-6F208DFD21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95138"/>
              </p:ext>
            </p:extLst>
          </p:nvPr>
        </p:nvGraphicFramePr>
        <p:xfrm>
          <a:off x="644056" y="1713297"/>
          <a:ext cx="10927829" cy="4592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36E726-F575-E4E8-6387-6B2F16179877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3833101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784" name="Rectangle 7578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6" name="Rectangle 7578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8" name="Rectangle 7578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0" name="Rectangle 7578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2" name="Rectangle 7579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2D39892D-4E3A-8C28-ACCA-5E85DDD19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FFFFFF"/>
                </a:solidFill>
              </a:rPr>
              <a:t>Copy Right - Example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163A048C-F515-E028-F946-4D9D79C4C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0873" y="2007805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altLang="en-US" sz="3200" b="1" dirty="0"/>
              <a:t>p1 has read with the copy flag over f1</a:t>
            </a:r>
          </a:p>
          <a:p>
            <a:pPr lvl="1"/>
            <a:r>
              <a:rPr lang="en-US" altLang="en-US" sz="3200" dirty="0"/>
              <a:t>The copy flag lets p1 pass the right on</a:t>
            </a:r>
          </a:p>
          <a:p>
            <a:r>
              <a:rPr lang="en-US" altLang="en-US" sz="3200" b="1" dirty="0"/>
              <a:t>p1 copies read to p2</a:t>
            </a:r>
          </a:p>
          <a:p>
            <a:pPr lvl="1"/>
            <a:r>
              <a:rPr lang="en-US" altLang="en-US" sz="3200" dirty="0"/>
              <a:t>A[p2, f1] now gains read</a:t>
            </a:r>
          </a:p>
          <a:p>
            <a:pPr lvl="1"/>
            <a:r>
              <a:rPr lang="en-US" altLang="en-US" sz="3200" dirty="0"/>
              <a:t>Without the flag, p1 could not share it</a:t>
            </a:r>
          </a:p>
        </p:txBody>
      </p:sp>
    </p:spTree>
    <p:extLst>
      <p:ext uri="{BB962C8B-B14F-4D97-AF65-F5344CB8AC3E}">
        <p14:creationId xmlns:p14="http://schemas.microsoft.com/office/powerpoint/2010/main" val="346348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760" name="Rectangle 7475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62" name="Rectangle 7476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64" name="Rectangle 7476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66" name="Rectangle 7476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68" name="Rectangle 7476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EBEA3C73-F0BD-DC36-FF06-CCE2F444A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FFFFFF"/>
                </a:solidFill>
              </a:rPr>
              <a:t>Own Right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C2BBBB7F-39EF-9136-3238-19F4CC3D2B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altLang="en-US" sz="3200" dirty="0"/>
              <a:t>Special right</a:t>
            </a:r>
          </a:p>
          <a:p>
            <a:r>
              <a:rPr lang="en-US" altLang="en-US" sz="3200" dirty="0"/>
              <a:t>Allows possessor to add or delete privilege for him/herself in ACM column</a:t>
            </a:r>
          </a:p>
          <a:p>
            <a:r>
              <a:rPr lang="en-US" altLang="en-US" sz="3200" dirty="0"/>
              <a:t>Owner of object can add, delete rights for others</a:t>
            </a:r>
          </a:p>
          <a:p>
            <a:r>
              <a:rPr lang="en-US" altLang="en-US" sz="3200" dirty="0"/>
              <a:t>May depend on what system allows</a:t>
            </a:r>
          </a:p>
          <a:p>
            <a:pPr lvl="2"/>
            <a:r>
              <a:rPr lang="en-US" altLang="en-US" sz="3200" dirty="0"/>
              <a:t>To whom the rights can be granted</a:t>
            </a:r>
          </a:p>
          <a:p>
            <a:pPr lvl="2"/>
            <a:r>
              <a:rPr lang="en-US" altLang="en-US" sz="3200" dirty="0"/>
              <a:t>Whether own right can be deleted</a:t>
            </a:r>
          </a:p>
          <a:p>
            <a:pPr lvl="2"/>
            <a:r>
              <a:rPr lang="en-US" altLang="en-US" sz="3200" dirty="0"/>
              <a:t>Whether own right can be given away (transferred)</a:t>
            </a:r>
          </a:p>
          <a:p>
            <a:pPr lvl="1"/>
            <a:endParaRPr lang="en-US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587AB-D543-1F73-E437-5BB2ABD2F23D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3105927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784" name="Rectangle 7578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6" name="Rectangle 7578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8" name="Rectangle 7578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0" name="Rectangle 7578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2" name="Rectangle 7579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2D39892D-4E3A-8C28-ACCA-5E85DDD19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FFFFFF"/>
                </a:solidFill>
              </a:rPr>
              <a:t>Own Right - Example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163A048C-F515-E028-F946-4D9D79C4C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0873" y="2007805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altLang="en-US" sz="3200" b="1" dirty="0"/>
              <a:t>Alice owns the file budget.xls</a:t>
            </a:r>
          </a:p>
          <a:p>
            <a:pPr lvl="1"/>
            <a:r>
              <a:rPr lang="en-US" altLang="en-US" sz="3200" dirty="0"/>
              <a:t>She grants Bob read access</a:t>
            </a:r>
          </a:p>
          <a:p>
            <a:pPr lvl="1"/>
            <a:r>
              <a:rPr lang="en-US" altLang="en-US" sz="3200" dirty="0"/>
              <a:t>She grants Carol read and write</a:t>
            </a:r>
          </a:p>
          <a:p>
            <a:pPr lvl="1"/>
            <a:r>
              <a:rPr lang="en-US" altLang="en-US" sz="3200" dirty="0"/>
              <a:t>Later she revokes Bob's access</a:t>
            </a:r>
          </a:p>
          <a:p>
            <a:r>
              <a:rPr lang="en-US" altLang="en-US" sz="3200" b="1" dirty="0"/>
              <a:t>The owner controls the whole column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364493-DFE5-2006-5E0B-612B23A823DF}"/>
              </a:ext>
            </a:extLst>
          </p:cNvPr>
          <p:cNvSpPr txBox="1"/>
          <p:nvPr/>
        </p:nvSpPr>
        <p:spPr>
          <a:xfrm>
            <a:off x="1797698" y="5523722"/>
            <a:ext cx="6711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</a:rPr>
              <a:t>Are copy right and own right same???</a:t>
            </a:r>
          </a:p>
        </p:txBody>
      </p:sp>
    </p:spTree>
    <p:extLst>
      <p:ext uri="{BB962C8B-B14F-4D97-AF65-F5344CB8AC3E}">
        <p14:creationId xmlns:p14="http://schemas.microsoft.com/office/powerpoint/2010/main" val="346348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784" name="Rectangle 7578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6" name="Rectangle 7578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8" name="Rectangle 7578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0" name="Rectangle 7578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2" name="Rectangle 7579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2D39892D-4E3A-8C28-ACCA-5E85DDD19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FFFFFF"/>
                </a:solidFill>
              </a:rPr>
              <a:t>Attenuation of Privilege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163A048C-F515-E028-F946-4D9D79C4C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0873" y="2007805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altLang="en-US" sz="3200" dirty="0"/>
              <a:t>Principle says you can’t give rights you do not possess</a:t>
            </a:r>
          </a:p>
          <a:p>
            <a:pPr lvl="1"/>
            <a:r>
              <a:rPr lang="en-US" altLang="en-US" sz="3200" dirty="0"/>
              <a:t>Restricts addition of rights within a system</a:t>
            </a:r>
          </a:p>
          <a:p>
            <a:pPr lvl="1"/>
            <a:r>
              <a:rPr lang="en-US" altLang="en-US" sz="3200" dirty="0"/>
              <a:t>Usually </a:t>
            </a:r>
            <a:r>
              <a:rPr lang="en-US" altLang="en-US" sz="3200" i="1" dirty="0"/>
              <a:t>ignored</a:t>
            </a:r>
            <a:r>
              <a:rPr lang="en-US" altLang="en-US" sz="3200" dirty="0"/>
              <a:t> for owner</a:t>
            </a:r>
          </a:p>
          <a:p>
            <a:pPr lvl="2"/>
            <a:r>
              <a:rPr lang="en-US" altLang="en-US" sz="3200" dirty="0"/>
              <a:t>Violation? </a:t>
            </a:r>
          </a:p>
          <a:p>
            <a:pPr lvl="2"/>
            <a:r>
              <a:rPr lang="en-US" altLang="en-US" sz="3200"/>
              <a:t>Owner </a:t>
            </a:r>
            <a:r>
              <a:rPr lang="en-US" altLang="en-US" sz="3200" dirty="0"/>
              <a:t>gives herself rights, gives them to others, deletes </a:t>
            </a:r>
            <a:r>
              <a:rPr lang="en-US" altLang="en-US" sz="3200"/>
              <a:t>her rights</a:t>
            </a:r>
            <a:endParaRPr lang="en-US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95F2F-D497-2827-B87E-EDF9DBD50DDD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346348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784" name="Rectangle 7578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6" name="Rectangle 7578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8" name="Rectangle 7578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0" name="Rectangle 7578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92" name="Rectangle 7579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2D39892D-4E3A-8C28-ACCA-5E85DDD19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solidFill>
                  <a:srgbClr val="FFFFFF"/>
                </a:solidFill>
              </a:rPr>
              <a:t>Attenuation of Privilege - Example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163A048C-F515-E028-F946-4D9D79C4C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0873" y="2007805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altLang="en-US" sz="3200" b="1" dirty="0"/>
              <a:t>Bob has only read over f1</a:t>
            </a:r>
          </a:p>
          <a:p>
            <a:r>
              <a:rPr lang="en-US" altLang="en-US" sz="3200" b="1" dirty="0"/>
              <a:t>Legal: Bob copies read to Carol</a:t>
            </a:r>
          </a:p>
          <a:p>
            <a:r>
              <a:rPr lang="en-US" altLang="en-US" sz="3200" b="1" dirty="0"/>
              <a:t>Illegal: Bob grants Carol write</a:t>
            </a:r>
          </a:p>
          <a:p>
            <a:pPr lvl="1"/>
            <a:r>
              <a:rPr lang="en-US" altLang="en-US" sz="3200" dirty="0"/>
              <a:t>He cannot give a right he lacks</a:t>
            </a:r>
          </a:p>
          <a:p>
            <a:r>
              <a:rPr lang="en-US" altLang="en-US" sz="3200" b="1" dirty="0"/>
              <a:t>Exception: an owner may add rights</a:t>
            </a:r>
          </a:p>
        </p:txBody>
      </p:sp>
    </p:spTree>
    <p:extLst>
      <p:ext uri="{BB962C8B-B14F-4D97-AF65-F5344CB8AC3E}">
        <p14:creationId xmlns:p14="http://schemas.microsoft.com/office/powerpoint/2010/main" val="346348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93493" y="2967335"/>
            <a:ext cx="380501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00F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  <a:endParaRPr lang="en-US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000FF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17322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6202</TotalTime>
  <Words>862</Words>
  <Application>Microsoft Office PowerPoint</Application>
  <PresentationFormat>Widescreen</PresentationFormat>
  <Paragraphs>136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Baskerville Old Face</vt:lpstr>
      <vt:lpstr>Book Antiqua</vt:lpstr>
      <vt:lpstr>Calibri</vt:lpstr>
      <vt:lpstr>Calibri Light</vt:lpstr>
      <vt:lpstr>Symbol</vt:lpstr>
      <vt:lpstr>Office Theme</vt:lpstr>
      <vt:lpstr>SYSTEM SECURITY (CS F321) Access Control Matrix </vt:lpstr>
      <vt:lpstr>Overview</vt:lpstr>
      <vt:lpstr>Access Control Matrix</vt:lpstr>
      <vt:lpstr>Example 1</vt:lpstr>
      <vt:lpstr>ACM in the Real World</vt:lpstr>
      <vt:lpstr>Protection State Transitions</vt:lpstr>
      <vt:lpstr>State Transition - Example</vt:lpstr>
      <vt:lpstr>Primitive Operations</vt:lpstr>
      <vt:lpstr>Primitive Operations - Example</vt:lpstr>
      <vt:lpstr>Copy Right</vt:lpstr>
      <vt:lpstr>Copy Right - Example</vt:lpstr>
      <vt:lpstr>Own Right</vt:lpstr>
      <vt:lpstr>Own Right - Example</vt:lpstr>
      <vt:lpstr>Attenuation of Privilege</vt:lpstr>
      <vt:lpstr>Attenuation of Privilege - 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Software Engineering</dc:title>
  <dc:creator>admin</dc:creator>
  <cp:lastModifiedBy>Barsha Mitra</cp:lastModifiedBy>
  <cp:revision>435</cp:revision>
  <cp:lastPrinted>2018-08-03T03:52:21Z</cp:lastPrinted>
  <dcterms:created xsi:type="dcterms:W3CDTF">2016-05-19T10:09:53Z</dcterms:created>
  <dcterms:modified xsi:type="dcterms:W3CDTF">2026-08-12T06:11:41Z</dcterms:modified>
</cp:coreProperties>
</file>