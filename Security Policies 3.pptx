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6"/>
  </p:notesMasterIdLst>
  <p:handoutMasterIdLst>
    <p:handoutMasterId r:id="rId17"/>
  </p:handoutMasterIdLst>
  <p:sldIdLst>
    <p:sldId id="257" r:id="rId2"/>
    <p:sldId id="394" r:id="rId3"/>
    <p:sldId id="395" r:id="rId4"/>
    <p:sldId id="396" r:id="rId5"/>
    <p:sldId id="397" r:id="rId6"/>
    <p:sldId id="399" r:id="rId7"/>
    <p:sldId id="400" r:id="rId8"/>
    <p:sldId id="405" r:id="rId9"/>
    <p:sldId id="406" r:id="rId10"/>
    <p:sldId id="401" r:id="rId11"/>
    <p:sldId id="402" r:id="rId12"/>
    <p:sldId id="403" r:id="rId13"/>
    <p:sldId id="404" r:id="rId14"/>
    <p:sldId id="268" r:id="rId15"/>
  </p:sldIdLst>
  <p:sldSz cx="12192000" cy="6858000"/>
  <p:notesSz cx="9874250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0066FF"/>
    <a:srgbClr val="00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44" autoAdjust="0"/>
    <p:restoredTop sz="94660"/>
  </p:normalViewPr>
  <p:slideViewPr>
    <p:cSldViewPr snapToGrid="0">
      <p:cViewPr varScale="1">
        <p:scale>
          <a:sx n="98" d="100"/>
          <a:sy n="98" d="100"/>
        </p:scale>
        <p:origin x="90" y="3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5337EE-931E-4996-93B0-56612A9C9675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D1020A0-CA10-4256-94D8-4DFD8D13DF68}">
      <dgm:prSet/>
      <dgm:spPr/>
      <dgm:t>
        <a:bodyPr/>
        <a:lstStyle/>
        <a:p>
          <a:r>
            <a:rPr lang="en-US"/>
            <a:t>Policy partitions system states into:</a:t>
          </a:r>
        </a:p>
      </dgm:t>
    </dgm:pt>
    <dgm:pt modelId="{300BCADD-B427-4CB8-85C2-1EA85605A3BF}" type="parTrans" cxnId="{D41C3D88-0ED2-4B8F-BC3F-029F0BD632A5}">
      <dgm:prSet/>
      <dgm:spPr/>
      <dgm:t>
        <a:bodyPr/>
        <a:lstStyle/>
        <a:p>
          <a:endParaRPr lang="en-US"/>
        </a:p>
      </dgm:t>
    </dgm:pt>
    <dgm:pt modelId="{6B663A69-F170-49D1-9709-74BA980F870D}" type="sibTrans" cxnId="{D41C3D88-0ED2-4B8F-BC3F-029F0BD632A5}">
      <dgm:prSet/>
      <dgm:spPr/>
      <dgm:t>
        <a:bodyPr/>
        <a:lstStyle/>
        <a:p>
          <a:endParaRPr lang="en-US"/>
        </a:p>
      </dgm:t>
    </dgm:pt>
    <dgm:pt modelId="{2A3AFBD4-A30E-4501-B391-C26E4E250842}">
      <dgm:prSet/>
      <dgm:spPr/>
      <dgm:t>
        <a:bodyPr/>
        <a:lstStyle/>
        <a:p>
          <a:r>
            <a:rPr lang="en-US"/>
            <a:t>Secure system</a:t>
          </a:r>
        </a:p>
      </dgm:t>
    </dgm:pt>
    <dgm:pt modelId="{13E33DDD-459B-454C-A2A8-E4ACDCAD7B6C}" type="parTrans" cxnId="{A2D7C4CA-CEB5-4DFA-A292-73432B867E7D}">
      <dgm:prSet/>
      <dgm:spPr/>
      <dgm:t>
        <a:bodyPr/>
        <a:lstStyle/>
        <a:p>
          <a:endParaRPr lang="en-US"/>
        </a:p>
      </dgm:t>
    </dgm:pt>
    <dgm:pt modelId="{C18BE8C0-C368-48CD-A226-FD7CAEF14445}" type="sibTrans" cxnId="{A2D7C4CA-CEB5-4DFA-A292-73432B867E7D}">
      <dgm:prSet/>
      <dgm:spPr/>
      <dgm:t>
        <a:bodyPr/>
        <a:lstStyle/>
        <a:p>
          <a:endParaRPr lang="en-US"/>
        </a:p>
      </dgm:t>
    </dgm:pt>
    <dgm:pt modelId="{50177929-53EC-4070-9414-14454ABF6BE5}">
      <dgm:prSet/>
      <dgm:spPr/>
      <dgm:t>
        <a:bodyPr/>
        <a:lstStyle/>
        <a:p>
          <a:r>
            <a:rPr lang="en-US"/>
            <a:t>Starts in authorized state</a:t>
          </a:r>
        </a:p>
      </dgm:t>
    </dgm:pt>
    <dgm:pt modelId="{7CD7A699-2594-4B4C-B958-7DF37CB10559}" type="parTrans" cxnId="{2855CAFC-8356-4714-9EC2-96C57B0DB07A}">
      <dgm:prSet/>
      <dgm:spPr/>
      <dgm:t>
        <a:bodyPr/>
        <a:lstStyle/>
        <a:p>
          <a:endParaRPr lang="en-US"/>
        </a:p>
      </dgm:t>
    </dgm:pt>
    <dgm:pt modelId="{027348CA-8C02-409B-A710-14256D2F624C}" type="sibTrans" cxnId="{2855CAFC-8356-4714-9EC2-96C57B0DB07A}">
      <dgm:prSet/>
      <dgm:spPr/>
      <dgm:t>
        <a:bodyPr/>
        <a:lstStyle/>
        <a:p>
          <a:endParaRPr lang="en-US"/>
        </a:p>
      </dgm:t>
    </dgm:pt>
    <dgm:pt modelId="{BDFA1D76-56FB-4E3B-874E-D85263197F26}">
      <dgm:prSet/>
      <dgm:spPr/>
      <dgm:t>
        <a:bodyPr/>
        <a:lstStyle/>
        <a:p>
          <a:r>
            <a:rPr lang="en-US"/>
            <a:t>Never enters unauthorized state</a:t>
          </a:r>
        </a:p>
      </dgm:t>
    </dgm:pt>
    <dgm:pt modelId="{F3F3DA01-CD3D-4011-B036-1D79483A59FD}" type="parTrans" cxnId="{89834281-B16E-456A-965C-A416373EB2B1}">
      <dgm:prSet/>
      <dgm:spPr/>
      <dgm:t>
        <a:bodyPr/>
        <a:lstStyle/>
        <a:p>
          <a:endParaRPr lang="en-US"/>
        </a:p>
      </dgm:t>
    </dgm:pt>
    <dgm:pt modelId="{E4A1D894-B109-45D5-93DD-2C0ED1C8F53C}" type="sibTrans" cxnId="{89834281-B16E-456A-965C-A416373EB2B1}">
      <dgm:prSet/>
      <dgm:spPr/>
      <dgm:t>
        <a:bodyPr/>
        <a:lstStyle/>
        <a:p>
          <a:endParaRPr lang="en-US"/>
        </a:p>
      </dgm:t>
    </dgm:pt>
    <dgm:pt modelId="{7131B040-380E-4C1D-AEBC-0CBA10A587A9}">
      <dgm:prSet/>
      <dgm:spPr/>
      <dgm:t>
        <a:bodyPr/>
        <a:lstStyle/>
        <a:p>
          <a:r>
            <a:rPr lang="en-US"/>
            <a:t>Authorized (secure)</a:t>
          </a:r>
        </a:p>
      </dgm:t>
    </dgm:pt>
    <dgm:pt modelId="{A062AD40-F074-488C-B802-4338142C9317}" type="sibTrans" cxnId="{EB9260F6-2BB5-49A4-A30C-F54E47F5FC43}">
      <dgm:prSet/>
      <dgm:spPr/>
      <dgm:t>
        <a:bodyPr/>
        <a:lstStyle/>
        <a:p>
          <a:endParaRPr lang="en-US"/>
        </a:p>
      </dgm:t>
    </dgm:pt>
    <dgm:pt modelId="{DCEA711E-B8FA-4A24-9CC6-5BA9EBE15283}" type="parTrans" cxnId="{EB9260F6-2BB5-49A4-A30C-F54E47F5FC43}">
      <dgm:prSet/>
      <dgm:spPr/>
      <dgm:t>
        <a:bodyPr/>
        <a:lstStyle/>
        <a:p>
          <a:endParaRPr lang="en-US"/>
        </a:p>
      </dgm:t>
    </dgm:pt>
    <dgm:pt modelId="{0DABE0CC-5D35-4343-B5E5-FD5924261F6C}">
      <dgm:prSet/>
      <dgm:spPr/>
      <dgm:t>
        <a:bodyPr/>
        <a:lstStyle/>
        <a:p>
          <a:r>
            <a:rPr lang="en-US"/>
            <a:t>These are states the system can enter</a:t>
          </a:r>
        </a:p>
      </dgm:t>
    </dgm:pt>
    <dgm:pt modelId="{E7192CE5-6CB7-4E92-96C0-E819FF51B383}" type="sibTrans" cxnId="{A1FC2E69-5263-435F-936D-D74058BBD5BD}">
      <dgm:prSet/>
      <dgm:spPr/>
      <dgm:t>
        <a:bodyPr/>
        <a:lstStyle/>
        <a:p>
          <a:endParaRPr lang="en-US"/>
        </a:p>
      </dgm:t>
    </dgm:pt>
    <dgm:pt modelId="{ADEB25B7-64CE-4E15-9AEC-D2825C08EE5B}" type="parTrans" cxnId="{A1FC2E69-5263-435F-936D-D74058BBD5BD}">
      <dgm:prSet/>
      <dgm:spPr/>
      <dgm:t>
        <a:bodyPr/>
        <a:lstStyle/>
        <a:p>
          <a:endParaRPr lang="en-US"/>
        </a:p>
      </dgm:t>
    </dgm:pt>
    <dgm:pt modelId="{A14E81ED-5BCB-4C1B-9C43-B66392A0CA48}">
      <dgm:prSet/>
      <dgm:spPr/>
      <dgm:t>
        <a:bodyPr/>
        <a:lstStyle/>
        <a:p>
          <a:r>
            <a:rPr lang="en-US" dirty="0"/>
            <a:t>Unauthorized (nonsecure)</a:t>
          </a:r>
        </a:p>
      </dgm:t>
    </dgm:pt>
    <dgm:pt modelId="{3246F533-796F-48EF-8DCD-D46D122ED39F}" type="sibTrans" cxnId="{37188329-1EA7-493E-92BB-4F0926E377D5}">
      <dgm:prSet/>
      <dgm:spPr/>
      <dgm:t>
        <a:bodyPr/>
        <a:lstStyle/>
        <a:p>
          <a:endParaRPr lang="en-US"/>
        </a:p>
      </dgm:t>
    </dgm:pt>
    <dgm:pt modelId="{66ED3340-0968-472F-B2DC-847DAC4E2CDC}" type="parTrans" cxnId="{37188329-1EA7-493E-92BB-4F0926E377D5}">
      <dgm:prSet/>
      <dgm:spPr/>
      <dgm:t>
        <a:bodyPr/>
        <a:lstStyle/>
        <a:p>
          <a:endParaRPr lang="en-US"/>
        </a:p>
      </dgm:t>
    </dgm:pt>
    <dgm:pt modelId="{7F1C8ACA-1BE5-4468-A5B3-E327618CAA72}">
      <dgm:prSet/>
      <dgm:spPr/>
      <dgm:t>
        <a:bodyPr/>
        <a:lstStyle/>
        <a:p>
          <a:r>
            <a:rPr lang="en-US"/>
            <a:t>If the system enters any of these states, it’s a security violation</a:t>
          </a:r>
        </a:p>
      </dgm:t>
    </dgm:pt>
    <dgm:pt modelId="{C553C0D0-0EF5-4E13-8E7A-A48EFCE9139C}" type="sibTrans" cxnId="{A50A763F-AE72-49EA-94FF-9AAE6D1BC00D}">
      <dgm:prSet/>
      <dgm:spPr/>
      <dgm:t>
        <a:bodyPr/>
        <a:lstStyle/>
        <a:p>
          <a:endParaRPr lang="en-US"/>
        </a:p>
      </dgm:t>
    </dgm:pt>
    <dgm:pt modelId="{911C91FE-366F-4966-9932-3CC2C034528B}" type="parTrans" cxnId="{A50A763F-AE72-49EA-94FF-9AAE6D1BC00D}">
      <dgm:prSet/>
      <dgm:spPr/>
      <dgm:t>
        <a:bodyPr/>
        <a:lstStyle/>
        <a:p>
          <a:endParaRPr lang="en-US"/>
        </a:p>
      </dgm:t>
    </dgm:pt>
    <dgm:pt modelId="{978790AA-0195-4008-AF97-7B0BCFA7AF86}" type="pres">
      <dgm:prSet presAssocID="{A95337EE-931E-4996-93B0-56612A9C9675}" presName="linear" presStyleCnt="0">
        <dgm:presLayoutVars>
          <dgm:dir/>
          <dgm:animLvl val="lvl"/>
          <dgm:resizeHandles val="exact"/>
        </dgm:presLayoutVars>
      </dgm:prSet>
      <dgm:spPr/>
    </dgm:pt>
    <dgm:pt modelId="{047CA82A-DEF5-450F-9EB5-956B3AA2497A}" type="pres">
      <dgm:prSet presAssocID="{5D1020A0-CA10-4256-94D8-4DFD8D13DF68}" presName="parentLin" presStyleCnt="0"/>
      <dgm:spPr/>
    </dgm:pt>
    <dgm:pt modelId="{545E46F5-4887-4578-9966-23DC8904BBF7}" type="pres">
      <dgm:prSet presAssocID="{5D1020A0-CA10-4256-94D8-4DFD8D13DF68}" presName="parentLeftMargin" presStyleLbl="node1" presStyleIdx="0" presStyleCnt="2"/>
      <dgm:spPr/>
    </dgm:pt>
    <dgm:pt modelId="{0BC60501-3B66-47E8-A99E-AD17C636600A}" type="pres">
      <dgm:prSet presAssocID="{5D1020A0-CA10-4256-94D8-4DFD8D13DF6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8038C73-9275-4D24-89CE-451C4946BEFC}" type="pres">
      <dgm:prSet presAssocID="{5D1020A0-CA10-4256-94D8-4DFD8D13DF68}" presName="negativeSpace" presStyleCnt="0"/>
      <dgm:spPr/>
    </dgm:pt>
    <dgm:pt modelId="{924964A3-0872-4E6B-8122-48A2EF2097EB}" type="pres">
      <dgm:prSet presAssocID="{5D1020A0-CA10-4256-94D8-4DFD8D13DF68}" presName="childText" presStyleLbl="conFgAcc1" presStyleIdx="0" presStyleCnt="2">
        <dgm:presLayoutVars>
          <dgm:bulletEnabled val="1"/>
        </dgm:presLayoutVars>
      </dgm:prSet>
      <dgm:spPr/>
    </dgm:pt>
    <dgm:pt modelId="{7E6B3D5F-6F07-43D5-8486-4477E7863956}" type="pres">
      <dgm:prSet presAssocID="{6B663A69-F170-49D1-9709-74BA980F870D}" presName="spaceBetweenRectangles" presStyleCnt="0"/>
      <dgm:spPr/>
    </dgm:pt>
    <dgm:pt modelId="{57CC07EA-E047-461E-9EF7-392F9EA315B0}" type="pres">
      <dgm:prSet presAssocID="{2A3AFBD4-A30E-4501-B391-C26E4E250842}" presName="parentLin" presStyleCnt="0"/>
      <dgm:spPr/>
    </dgm:pt>
    <dgm:pt modelId="{36F618F4-B1ED-4428-A7C2-B412CA14D2D9}" type="pres">
      <dgm:prSet presAssocID="{2A3AFBD4-A30E-4501-B391-C26E4E250842}" presName="parentLeftMargin" presStyleLbl="node1" presStyleIdx="0" presStyleCnt="2"/>
      <dgm:spPr/>
    </dgm:pt>
    <dgm:pt modelId="{634A4226-7756-499D-A8F1-BEA340839433}" type="pres">
      <dgm:prSet presAssocID="{2A3AFBD4-A30E-4501-B391-C26E4E25084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A86172F-BE62-4D62-8D0D-C18AC5F19404}" type="pres">
      <dgm:prSet presAssocID="{2A3AFBD4-A30E-4501-B391-C26E4E250842}" presName="negativeSpace" presStyleCnt="0"/>
      <dgm:spPr/>
    </dgm:pt>
    <dgm:pt modelId="{898C1C2D-73FB-4AA2-8526-4BACE44B1F75}" type="pres">
      <dgm:prSet presAssocID="{2A3AFBD4-A30E-4501-B391-C26E4E25084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4D5010C-268A-4086-A23D-CE4DDA539620}" type="presOf" srcId="{A95337EE-931E-4996-93B0-56612A9C9675}" destId="{978790AA-0195-4008-AF97-7B0BCFA7AF86}" srcOrd="0" destOrd="0" presId="urn:microsoft.com/office/officeart/2005/8/layout/list1"/>
    <dgm:cxn modelId="{FA68371B-141C-443A-90C7-28FE1AAEEE7E}" type="presOf" srcId="{0DABE0CC-5D35-4343-B5E5-FD5924261F6C}" destId="{924964A3-0872-4E6B-8122-48A2EF2097EB}" srcOrd="0" destOrd="1" presId="urn:microsoft.com/office/officeart/2005/8/layout/list1"/>
    <dgm:cxn modelId="{37188329-1EA7-493E-92BB-4F0926E377D5}" srcId="{5D1020A0-CA10-4256-94D8-4DFD8D13DF68}" destId="{A14E81ED-5BCB-4C1B-9C43-B66392A0CA48}" srcOrd="1" destOrd="0" parTransId="{66ED3340-0968-472F-B2DC-847DAC4E2CDC}" sibTransId="{3246F533-796F-48EF-8DCD-D46D122ED39F}"/>
    <dgm:cxn modelId="{A50A763F-AE72-49EA-94FF-9AAE6D1BC00D}" srcId="{A14E81ED-5BCB-4C1B-9C43-B66392A0CA48}" destId="{7F1C8ACA-1BE5-4468-A5B3-E327618CAA72}" srcOrd="0" destOrd="0" parTransId="{911C91FE-366F-4966-9932-3CC2C034528B}" sibTransId="{C553C0D0-0EF5-4E13-8E7A-A48EFCE9139C}"/>
    <dgm:cxn modelId="{1F1BF747-EAAB-400B-AD81-F1997483DC3C}" type="presOf" srcId="{7131B040-380E-4C1D-AEBC-0CBA10A587A9}" destId="{924964A3-0872-4E6B-8122-48A2EF2097EB}" srcOrd="0" destOrd="0" presId="urn:microsoft.com/office/officeart/2005/8/layout/list1"/>
    <dgm:cxn modelId="{A1FC2E69-5263-435F-936D-D74058BBD5BD}" srcId="{7131B040-380E-4C1D-AEBC-0CBA10A587A9}" destId="{0DABE0CC-5D35-4343-B5E5-FD5924261F6C}" srcOrd="0" destOrd="0" parTransId="{ADEB25B7-64CE-4E15-9AEC-D2825C08EE5B}" sibTransId="{E7192CE5-6CB7-4E92-96C0-E819FF51B383}"/>
    <dgm:cxn modelId="{89834281-B16E-456A-965C-A416373EB2B1}" srcId="{2A3AFBD4-A30E-4501-B391-C26E4E250842}" destId="{BDFA1D76-56FB-4E3B-874E-D85263197F26}" srcOrd="1" destOrd="0" parTransId="{F3F3DA01-CD3D-4011-B036-1D79483A59FD}" sibTransId="{E4A1D894-B109-45D5-93DD-2C0ED1C8F53C}"/>
    <dgm:cxn modelId="{D41C3D88-0ED2-4B8F-BC3F-029F0BD632A5}" srcId="{A95337EE-931E-4996-93B0-56612A9C9675}" destId="{5D1020A0-CA10-4256-94D8-4DFD8D13DF68}" srcOrd="0" destOrd="0" parTransId="{300BCADD-B427-4CB8-85C2-1EA85605A3BF}" sibTransId="{6B663A69-F170-49D1-9709-74BA980F870D}"/>
    <dgm:cxn modelId="{DCBB7A8B-6858-43E6-A4D5-DCA20B36F5CD}" type="presOf" srcId="{5D1020A0-CA10-4256-94D8-4DFD8D13DF68}" destId="{545E46F5-4887-4578-9966-23DC8904BBF7}" srcOrd="0" destOrd="0" presId="urn:microsoft.com/office/officeart/2005/8/layout/list1"/>
    <dgm:cxn modelId="{D37D7197-42FE-4B3D-902C-4B17ACB4CE3B}" type="presOf" srcId="{BDFA1D76-56FB-4E3B-874E-D85263197F26}" destId="{898C1C2D-73FB-4AA2-8526-4BACE44B1F75}" srcOrd="0" destOrd="1" presId="urn:microsoft.com/office/officeart/2005/8/layout/list1"/>
    <dgm:cxn modelId="{A5DAD6A3-50B1-419C-B063-A42CDFCCD4A0}" type="presOf" srcId="{7F1C8ACA-1BE5-4468-A5B3-E327618CAA72}" destId="{924964A3-0872-4E6B-8122-48A2EF2097EB}" srcOrd="0" destOrd="3" presId="urn:microsoft.com/office/officeart/2005/8/layout/list1"/>
    <dgm:cxn modelId="{F9C4A0AF-CCAB-4CD8-85C6-9EBFD041A4ED}" type="presOf" srcId="{2A3AFBD4-A30E-4501-B391-C26E4E250842}" destId="{634A4226-7756-499D-A8F1-BEA340839433}" srcOrd="1" destOrd="0" presId="urn:microsoft.com/office/officeart/2005/8/layout/list1"/>
    <dgm:cxn modelId="{B2B51CB2-CEDB-46B6-9124-E0D18C1931B3}" type="presOf" srcId="{A14E81ED-5BCB-4C1B-9C43-B66392A0CA48}" destId="{924964A3-0872-4E6B-8122-48A2EF2097EB}" srcOrd="0" destOrd="2" presId="urn:microsoft.com/office/officeart/2005/8/layout/list1"/>
    <dgm:cxn modelId="{A2D7C4CA-CEB5-4DFA-A292-73432B867E7D}" srcId="{A95337EE-931E-4996-93B0-56612A9C9675}" destId="{2A3AFBD4-A30E-4501-B391-C26E4E250842}" srcOrd="1" destOrd="0" parTransId="{13E33DDD-459B-454C-A2A8-E4ACDCAD7B6C}" sibTransId="{C18BE8C0-C368-48CD-A226-FD7CAEF14445}"/>
    <dgm:cxn modelId="{E78BFAD3-1161-47E4-B49E-8C94AB908120}" type="presOf" srcId="{2A3AFBD4-A30E-4501-B391-C26E4E250842}" destId="{36F618F4-B1ED-4428-A7C2-B412CA14D2D9}" srcOrd="0" destOrd="0" presId="urn:microsoft.com/office/officeart/2005/8/layout/list1"/>
    <dgm:cxn modelId="{55E96DDD-984E-4B34-BDF6-4302B4C27DEA}" type="presOf" srcId="{5D1020A0-CA10-4256-94D8-4DFD8D13DF68}" destId="{0BC60501-3B66-47E8-A99E-AD17C636600A}" srcOrd="1" destOrd="0" presId="urn:microsoft.com/office/officeart/2005/8/layout/list1"/>
    <dgm:cxn modelId="{D4E166E3-5E33-459A-BB0D-C818C583CDD8}" type="presOf" srcId="{50177929-53EC-4070-9414-14454ABF6BE5}" destId="{898C1C2D-73FB-4AA2-8526-4BACE44B1F75}" srcOrd="0" destOrd="0" presId="urn:microsoft.com/office/officeart/2005/8/layout/list1"/>
    <dgm:cxn modelId="{EB9260F6-2BB5-49A4-A30C-F54E47F5FC43}" srcId="{5D1020A0-CA10-4256-94D8-4DFD8D13DF68}" destId="{7131B040-380E-4C1D-AEBC-0CBA10A587A9}" srcOrd="0" destOrd="0" parTransId="{DCEA711E-B8FA-4A24-9CC6-5BA9EBE15283}" sibTransId="{A062AD40-F074-488C-B802-4338142C9317}"/>
    <dgm:cxn modelId="{2855CAFC-8356-4714-9EC2-96C57B0DB07A}" srcId="{2A3AFBD4-A30E-4501-B391-C26E4E250842}" destId="{50177929-53EC-4070-9414-14454ABF6BE5}" srcOrd="0" destOrd="0" parTransId="{7CD7A699-2594-4B4C-B958-7DF37CB10559}" sibTransId="{027348CA-8C02-409B-A710-14256D2F624C}"/>
    <dgm:cxn modelId="{C28A07C8-D3EF-4D72-99E6-33CBA1CF533E}" type="presParOf" srcId="{978790AA-0195-4008-AF97-7B0BCFA7AF86}" destId="{047CA82A-DEF5-450F-9EB5-956B3AA2497A}" srcOrd="0" destOrd="0" presId="urn:microsoft.com/office/officeart/2005/8/layout/list1"/>
    <dgm:cxn modelId="{93F6D9E7-3252-4EB5-8855-2CCE2A25AD59}" type="presParOf" srcId="{047CA82A-DEF5-450F-9EB5-956B3AA2497A}" destId="{545E46F5-4887-4578-9966-23DC8904BBF7}" srcOrd="0" destOrd="0" presId="urn:microsoft.com/office/officeart/2005/8/layout/list1"/>
    <dgm:cxn modelId="{448C5613-42C9-454E-AD04-4392A0A9DEAA}" type="presParOf" srcId="{047CA82A-DEF5-450F-9EB5-956B3AA2497A}" destId="{0BC60501-3B66-47E8-A99E-AD17C636600A}" srcOrd="1" destOrd="0" presId="urn:microsoft.com/office/officeart/2005/8/layout/list1"/>
    <dgm:cxn modelId="{E6A7D5F6-B748-43D1-A839-DA6B3C24528A}" type="presParOf" srcId="{978790AA-0195-4008-AF97-7B0BCFA7AF86}" destId="{B8038C73-9275-4D24-89CE-451C4946BEFC}" srcOrd="1" destOrd="0" presId="urn:microsoft.com/office/officeart/2005/8/layout/list1"/>
    <dgm:cxn modelId="{BF1B68ED-0DDC-4D85-B3C2-B220ED72432A}" type="presParOf" srcId="{978790AA-0195-4008-AF97-7B0BCFA7AF86}" destId="{924964A3-0872-4E6B-8122-48A2EF2097EB}" srcOrd="2" destOrd="0" presId="urn:microsoft.com/office/officeart/2005/8/layout/list1"/>
    <dgm:cxn modelId="{BB85F13E-B19D-4261-B020-CFF7D33EFF5B}" type="presParOf" srcId="{978790AA-0195-4008-AF97-7B0BCFA7AF86}" destId="{7E6B3D5F-6F07-43D5-8486-4477E7863956}" srcOrd="3" destOrd="0" presId="urn:microsoft.com/office/officeart/2005/8/layout/list1"/>
    <dgm:cxn modelId="{FAB32787-AEFE-4CF6-B5DA-68DF61EAE49F}" type="presParOf" srcId="{978790AA-0195-4008-AF97-7B0BCFA7AF86}" destId="{57CC07EA-E047-461E-9EF7-392F9EA315B0}" srcOrd="4" destOrd="0" presId="urn:microsoft.com/office/officeart/2005/8/layout/list1"/>
    <dgm:cxn modelId="{D6552114-7CCB-48C8-B190-AEAEAD59CC05}" type="presParOf" srcId="{57CC07EA-E047-461E-9EF7-392F9EA315B0}" destId="{36F618F4-B1ED-4428-A7C2-B412CA14D2D9}" srcOrd="0" destOrd="0" presId="urn:microsoft.com/office/officeart/2005/8/layout/list1"/>
    <dgm:cxn modelId="{48BA6D2B-EC06-4AAD-B004-48C254434A5F}" type="presParOf" srcId="{57CC07EA-E047-461E-9EF7-392F9EA315B0}" destId="{634A4226-7756-499D-A8F1-BEA340839433}" srcOrd="1" destOrd="0" presId="urn:microsoft.com/office/officeart/2005/8/layout/list1"/>
    <dgm:cxn modelId="{CAB05BC9-0639-43E0-98B2-FADEEFE3B263}" type="presParOf" srcId="{978790AA-0195-4008-AF97-7B0BCFA7AF86}" destId="{4A86172F-BE62-4D62-8D0D-C18AC5F19404}" srcOrd="5" destOrd="0" presId="urn:microsoft.com/office/officeart/2005/8/layout/list1"/>
    <dgm:cxn modelId="{B06AA1A6-8933-4C30-8FFB-C30EA06675BE}" type="presParOf" srcId="{978790AA-0195-4008-AF97-7B0BCFA7AF86}" destId="{898C1C2D-73FB-4AA2-8526-4BACE44B1F7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4F7A36-0BC9-4E8C-B9F8-69528B7DCAB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9C6232-296D-44EB-9E48-BD502B333DDC}">
      <dgm:prSet/>
      <dgm:spPr/>
      <dgm:t>
        <a:bodyPr/>
        <a:lstStyle/>
        <a:p>
          <a:r>
            <a:rPr lang="en-US" i="1" dirty="0"/>
            <a:t>X</a:t>
          </a:r>
          <a:r>
            <a:rPr lang="en-US" dirty="0"/>
            <a:t> set of entities, </a:t>
          </a:r>
          <a:r>
            <a:rPr lang="en-US" i="1" dirty="0"/>
            <a:t>I</a:t>
          </a:r>
          <a:r>
            <a:rPr lang="en-US" dirty="0"/>
            <a:t> is information or resource</a:t>
          </a:r>
        </a:p>
      </dgm:t>
    </dgm:pt>
    <dgm:pt modelId="{6F007EA8-53E0-415C-A869-3B697368A6ED}" type="parTrans" cxnId="{F5FA3F53-A2EF-42AF-9D75-520AD531FF8B}">
      <dgm:prSet/>
      <dgm:spPr/>
      <dgm:t>
        <a:bodyPr/>
        <a:lstStyle/>
        <a:p>
          <a:endParaRPr lang="en-US"/>
        </a:p>
      </dgm:t>
    </dgm:pt>
    <dgm:pt modelId="{A0BEFF42-E296-4587-B49C-2993A79D1BA4}" type="sibTrans" cxnId="{F5FA3F53-A2EF-42AF-9D75-520AD531FF8B}">
      <dgm:prSet/>
      <dgm:spPr/>
      <dgm:t>
        <a:bodyPr/>
        <a:lstStyle/>
        <a:p>
          <a:endParaRPr lang="en-US"/>
        </a:p>
      </dgm:t>
    </dgm:pt>
    <dgm:pt modelId="{6BA7CEDB-C956-46B6-AAFB-4BC33042111B}">
      <dgm:prSet/>
      <dgm:spPr/>
      <dgm:t>
        <a:bodyPr/>
        <a:lstStyle/>
        <a:p>
          <a:r>
            <a:rPr lang="en-US" i="1"/>
            <a:t>I</a:t>
          </a:r>
          <a:r>
            <a:rPr lang="en-US"/>
            <a:t> has </a:t>
          </a:r>
          <a:r>
            <a:rPr lang="en-US" i="1"/>
            <a:t>integrity</a:t>
          </a:r>
          <a:r>
            <a:rPr lang="en-US"/>
            <a:t> property with respect to </a:t>
          </a:r>
          <a:r>
            <a:rPr lang="en-US" i="1"/>
            <a:t>X</a:t>
          </a:r>
          <a:r>
            <a:rPr lang="en-US"/>
            <a:t> if all </a:t>
          </a:r>
          <a:r>
            <a:rPr lang="en-US" i="1"/>
            <a:t>x</a:t>
          </a:r>
          <a:r>
            <a:rPr lang="en-US"/>
            <a:t> </a:t>
          </a:r>
          <a:r>
            <a:rPr lang="en-US">
              <a:sym typeface="Symbol" panose="05050102010706020507" pitchFamily="18" charset="2"/>
            </a:rPr>
            <a:t></a:t>
          </a:r>
          <a:r>
            <a:rPr lang="en-US"/>
            <a:t> </a:t>
          </a:r>
          <a:r>
            <a:rPr lang="en-US" i="1"/>
            <a:t>X</a:t>
          </a:r>
          <a:r>
            <a:rPr lang="en-US"/>
            <a:t> trust information in </a:t>
          </a:r>
          <a:r>
            <a:rPr lang="en-US" i="1"/>
            <a:t>I</a:t>
          </a:r>
          <a:endParaRPr lang="en-US"/>
        </a:p>
      </dgm:t>
    </dgm:pt>
    <dgm:pt modelId="{FB40BAA3-9FB8-4661-A215-64D2FED70070}" type="parTrans" cxnId="{E05C288F-AB25-495B-B58B-2EA97EB3B198}">
      <dgm:prSet/>
      <dgm:spPr/>
      <dgm:t>
        <a:bodyPr/>
        <a:lstStyle/>
        <a:p>
          <a:endParaRPr lang="en-US"/>
        </a:p>
      </dgm:t>
    </dgm:pt>
    <dgm:pt modelId="{05E80A99-8B4C-484C-B1A9-963C65E99C55}" type="sibTrans" cxnId="{E05C288F-AB25-495B-B58B-2EA97EB3B198}">
      <dgm:prSet/>
      <dgm:spPr/>
      <dgm:t>
        <a:bodyPr/>
        <a:lstStyle/>
        <a:p>
          <a:endParaRPr lang="en-US"/>
        </a:p>
      </dgm:t>
    </dgm:pt>
    <dgm:pt modelId="{B2D024B3-9211-48D5-8BFF-590FC5D6B303}">
      <dgm:prSet/>
      <dgm:spPr/>
      <dgm:t>
        <a:bodyPr/>
        <a:lstStyle/>
        <a:p>
          <a:r>
            <a:rPr lang="en-US"/>
            <a:t>Types of integrity:</a:t>
          </a:r>
        </a:p>
      </dgm:t>
    </dgm:pt>
    <dgm:pt modelId="{9AD7D1BB-069F-454A-B84E-3DF4A1E9311F}" type="parTrans" cxnId="{F2529574-20AB-496F-A5C7-18053A0B5243}">
      <dgm:prSet/>
      <dgm:spPr/>
      <dgm:t>
        <a:bodyPr/>
        <a:lstStyle/>
        <a:p>
          <a:endParaRPr lang="en-US"/>
        </a:p>
      </dgm:t>
    </dgm:pt>
    <dgm:pt modelId="{6B66E7F7-CF01-4F5F-AA03-2DF01E682E8E}" type="sibTrans" cxnId="{F2529574-20AB-496F-A5C7-18053A0B5243}">
      <dgm:prSet/>
      <dgm:spPr/>
      <dgm:t>
        <a:bodyPr/>
        <a:lstStyle/>
        <a:p>
          <a:endParaRPr lang="en-US"/>
        </a:p>
      </dgm:t>
    </dgm:pt>
    <dgm:pt modelId="{544D3D6A-66DE-4A58-B489-3A3CAEF9FD0C}">
      <dgm:prSet/>
      <dgm:spPr/>
      <dgm:t>
        <a:bodyPr/>
        <a:lstStyle/>
        <a:p>
          <a:r>
            <a:rPr lang="en-US" dirty="0"/>
            <a:t>trust </a:t>
          </a:r>
          <a:r>
            <a:rPr lang="en-US" i="1" dirty="0"/>
            <a:t>I’</a:t>
          </a:r>
          <a:r>
            <a:rPr lang="en-US" dirty="0"/>
            <a:t>s conveyance and storage (data integrity)</a:t>
          </a:r>
        </a:p>
      </dgm:t>
    </dgm:pt>
    <dgm:pt modelId="{D64E221C-5100-4598-A884-64B0701D3626}" type="parTrans" cxnId="{DC97D239-D721-498A-8DCF-2E2C4CBDCA40}">
      <dgm:prSet/>
      <dgm:spPr/>
      <dgm:t>
        <a:bodyPr/>
        <a:lstStyle/>
        <a:p>
          <a:endParaRPr lang="en-US"/>
        </a:p>
      </dgm:t>
    </dgm:pt>
    <dgm:pt modelId="{4C04CD04-C07F-446E-96C8-83436B8C5DF4}" type="sibTrans" cxnId="{DC97D239-D721-498A-8DCF-2E2C4CBDCA40}">
      <dgm:prSet/>
      <dgm:spPr/>
      <dgm:t>
        <a:bodyPr/>
        <a:lstStyle/>
        <a:p>
          <a:endParaRPr lang="en-US"/>
        </a:p>
      </dgm:t>
    </dgm:pt>
    <dgm:pt modelId="{56CFEBD2-16E8-4A77-833C-48C02920D3AB}">
      <dgm:prSet/>
      <dgm:spPr/>
      <dgm:t>
        <a:bodyPr/>
        <a:lstStyle/>
        <a:p>
          <a:r>
            <a:rPr lang="en-US" i="1"/>
            <a:t>I</a:t>
          </a:r>
          <a:r>
            <a:rPr lang="en-US"/>
            <a:t> is information </a:t>
          </a:r>
          <a:r>
            <a:rPr lang="en-US" dirty="0"/>
            <a:t>about origin of something or an identity (origin integrity, authentication)</a:t>
          </a:r>
        </a:p>
      </dgm:t>
    </dgm:pt>
    <dgm:pt modelId="{6D39F76F-0466-46DD-A838-03B5C0C2C330}" type="parTrans" cxnId="{B7894CCA-AD2E-4DB7-983A-F170116DE1C1}">
      <dgm:prSet/>
      <dgm:spPr/>
      <dgm:t>
        <a:bodyPr/>
        <a:lstStyle/>
        <a:p>
          <a:endParaRPr lang="en-US"/>
        </a:p>
      </dgm:t>
    </dgm:pt>
    <dgm:pt modelId="{F850755F-A0E1-4C5B-BF5A-8A4E710E96C1}" type="sibTrans" cxnId="{B7894CCA-AD2E-4DB7-983A-F170116DE1C1}">
      <dgm:prSet/>
      <dgm:spPr/>
      <dgm:t>
        <a:bodyPr/>
        <a:lstStyle/>
        <a:p>
          <a:endParaRPr lang="en-US"/>
        </a:p>
      </dgm:t>
    </dgm:pt>
    <dgm:pt modelId="{9F032A43-1942-4E14-BFAF-0C4D603EEF84}">
      <dgm:prSet/>
      <dgm:spPr/>
      <dgm:t>
        <a:bodyPr/>
        <a:lstStyle/>
        <a:p>
          <a:r>
            <a:rPr lang="en-US" i="1" dirty="0"/>
            <a:t>I</a:t>
          </a:r>
          <a:r>
            <a:rPr lang="en-US" dirty="0"/>
            <a:t> is a resource: means resource functions as it should (assurance)</a:t>
          </a:r>
        </a:p>
      </dgm:t>
    </dgm:pt>
    <dgm:pt modelId="{2183799B-82DD-4135-A123-0FDC34B0ABB2}" type="parTrans" cxnId="{2FB75624-04BE-4591-A895-D4992D5965B1}">
      <dgm:prSet/>
      <dgm:spPr/>
      <dgm:t>
        <a:bodyPr/>
        <a:lstStyle/>
        <a:p>
          <a:endParaRPr lang="en-US"/>
        </a:p>
      </dgm:t>
    </dgm:pt>
    <dgm:pt modelId="{6580E30D-F442-4BDE-8E21-2A370F79F30B}" type="sibTrans" cxnId="{2FB75624-04BE-4591-A895-D4992D5965B1}">
      <dgm:prSet/>
      <dgm:spPr/>
      <dgm:t>
        <a:bodyPr/>
        <a:lstStyle/>
        <a:p>
          <a:endParaRPr lang="en-US"/>
        </a:p>
      </dgm:t>
    </dgm:pt>
    <dgm:pt modelId="{6D039AA7-120B-4493-A2AB-1A7FC3942B6C}" type="pres">
      <dgm:prSet presAssocID="{8E4F7A36-0BC9-4E8C-B9F8-69528B7DCABB}" presName="linear" presStyleCnt="0">
        <dgm:presLayoutVars>
          <dgm:animLvl val="lvl"/>
          <dgm:resizeHandles val="exact"/>
        </dgm:presLayoutVars>
      </dgm:prSet>
      <dgm:spPr/>
    </dgm:pt>
    <dgm:pt modelId="{2CE09AA2-A082-476D-8BE1-E18D24B84C7C}" type="pres">
      <dgm:prSet presAssocID="{5A9C6232-296D-44EB-9E48-BD502B333DDC}" presName="parentText" presStyleLbl="node1" presStyleIdx="0" presStyleCnt="3" custScaleY="66960">
        <dgm:presLayoutVars>
          <dgm:chMax val="0"/>
          <dgm:bulletEnabled val="1"/>
        </dgm:presLayoutVars>
      </dgm:prSet>
      <dgm:spPr/>
    </dgm:pt>
    <dgm:pt modelId="{95179B01-0A4B-4A1C-8B1D-69BBE9241F7B}" type="pres">
      <dgm:prSet presAssocID="{A0BEFF42-E296-4587-B49C-2993A79D1BA4}" presName="spacer" presStyleCnt="0"/>
      <dgm:spPr/>
    </dgm:pt>
    <dgm:pt modelId="{1153AA54-58D6-421D-AFEF-6A89B32020E1}" type="pres">
      <dgm:prSet presAssocID="{6BA7CEDB-C956-46B6-AAFB-4BC33042111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FA6B77F-1101-4E25-BB2D-CDE9F32BF7E4}" type="pres">
      <dgm:prSet presAssocID="{05E80A99-8B4C-484C-B1A9-963C65E99C55}" presName="spacer" presStyleCnt="0"/>
      <dgm:spPr/>
    </dgm:pt>
    <dgm:pt modelId="{89A56A01-81FE-4269-82DB-596D60FFD5A4}" type="pres">
      <dgm:prSet presAssocID="{B2D024B3-9211-48D5-8BFF-590FC5D6B303}" presName="parentText" presStyleLbl="node1" presStyleIdx="2" presStyleCnt="3" custScaleY="58107">
        <dgm:presLayoutVars>
          <dgm:chMax val="0"/>
          <dgm:bulletEnabled val="1"/>
        </dgm:presLayoutVars>
      </dgm:prSet>
      <dgm:spPr/>
    </dgm:pt>
    <dgm:pt modelId="{4263363E-8382-423C-B01D-733AE982BB7D}" type="pres">
      <dgm:prSet presAssocID="{B2D024B3-9211-48D5-8BFF-590FC5D6B30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B200806-AE2B-47DE-B05A-EBC15C97DE80}" type="presOf" srcId="{544D3D6A-66DE-4A58-B489-3A3CAEF9FD0C}" destId="{4263363E-8382-423C-B01D-733AE982BB7D}" srcOrd="0" destOrd="0" presId="urn:microsoft.com/office/officeart/2005/8/layout/vList2"/>
    <dgm:cxn modelId="{C17BCA17-0623-4446-812E-9F9873DE7202}" type="presOf" srcId="{5A9C6232-296D-44EB-9E48-BD502B333DDC}" destId="{2CE09AA2-A082-476D-8BE1-E18D24B84C7C}" srcOrd="0" destOrd="0" presId="urn:microsoft.com/office/officeart/2005/8/layout/vList2"/>
    <dgm:cxn modelId="{8682F41E-2FEB-4D63-B15C-6912031DCA5F}" type="presOf" srcId="{9F032A43-1942-4E14-BFAF-0C4D603EEF84}" destId="{4263363E-8382-423C-B01D-733AE982BB7D}" srcOrd="0" destOrd="2" presId="urn:microsoft.com/office/officeart/2005/8/layout/vList2"/>
    <dgm:cxn modelId="{2FB75624-04BE-4591-A895-D4992D5965B1}" srcId="{B2D024B3-9211-48D5-8BFF-590FC5D6B303}" destId="{9F032A43-1942-4E14-BFAF-0C4D603EEF84}" srcOrd="2" destOrd="0" parTransId="{2183799B-82DD-4135-A123-0FDC34B0ABB2}" sibTransId="{6580E30D-F442-4BDE-8E21-2A370F79F30B}"/>
    <dgm:cxn modelId="{DC97D239-D721-498A-8DCF-2E2C4CBDCA40}" srcId="{B2D024B3-9211-48D5-8BFF-590FC5D6B303}" destId="{544D3D6A-66DE-4A58-B489-3A3CAEF9FD0C}" srcOrd="0" destOrd="0" parTransId="{D64E221C-5100-4598-A884-64B0701D3626}" sibTransId="{4C04CD04-C07F-446E-96C8-83436B8C5DF4}"/>
    <dgm:cxn modelId="{38A69567-179B-49D5-B0AE-A6BA3210FA07}" type="presOf" srcId="{B2D024B3-9211-48D5-8BFF-590FC5D6B303}" destId="{89A56A01-81FE-4269-82DB-596D60FFD5A4}" srcOrd="0" destOrd="0" presId="urn:microsoft.com/office/officeart/2005/8/layout/vList2"/>
    <dgm:cxn modelId="{F5FA3F53-A2EF-42AF-9D75-520AD531FF8B}" srcId="{8E4F7A36-0BC9-4E8C-B9F8-69528B7DCABB}" destId="{5A9C6232-296D-44EB-9E48-BD502B333DDC}" srcOrd="0" destOrd="0" parTransId="{6F007EA8-53E0-415C-A869-3B697368A6ED}" sibTransId="{A0BEFF42-E296-4587-B49C-2993A79D1BA4}"/>
    <dgm:cxn modelId="{F2529574-20AB-496F-A5C7-18053A0B5243}" srcId="{8E4F7A36-0BC9-4E8C-B9F8-69528B7DCABB}" destId="{B2D024B3-9211-48D5-8BFF-590FC5D6B303}" srcOrd="2" destOrd="0" parTransId="{9AD7D1BB-069F-454A-B84E-3DF4A1E9311F}" sibTransId="{6B66E7F7-CF01-4F5F-AA03-2DF01E682E8E}"/>
    <dgm:cxn modelId="{E05C288F-AB25-495B-B58B-2EA97EB3B198}" srcId="{8E4F7A36-0BC9-4E8C-B9F8-69528B7DCABB}" destId="{6BA7CEDB-C956-46B6-AAFB-4BC33042111B}" srcOrd="1" destOrd="0" parTransId="{FB40BAA3-9FB8-4661-A215-64D2FED70070}" sibTransId="{05E80A99-8B4C-484C-B1A9-963C65E99C55}"/>
    <dgm:cxn modelId="{5ED9FC9F-2DF9-45D1-BFC0-766E093B3C14}" type="presOf" srcId="{6BA7CEDB-C956-46B6-AAFB-4BC33042111B}" destId="{1153AA54-58D6-421D-AFEF-6A89B32020E1}" srcOrd="0" destOrd="0" presId="urn:microsoft.com/office/officeart/2005/8/layout/vList2"/>
    <dgm:cxn modelId="{46C8FDC7-A9D1-47B9-B184-45E74D004CAC}" type="presOf" srcId="{56CFEBD2-16E8-4A77-833C-48C02920D3AB}" destId="{4263363E-8382-423C-B01D-733AE982BB7D}" srcOrd="0" destOrd="1" presId="urn:microsoft.com/office/officeart/2005/8/layout/vList2"/>
    <dgm:cxn modelId="{B7894CCA-AD2E-4DB7-983A-F170116DE1C1}" srcId="{B2D024B3-9211-48D5-8BFF-590FC5D6B303}" destId="{56CFEBD2-16E8-4A77-833C-48C02920D3AB}" srcOrd="1" destOrd="0" parTransId="{6D39F76F-0466-46DD-A838-03B5C0C2C330}" sibTransId="{F850755F-A0E1-4C5B-BF5A-8A4E710E96C1}"/>
    <dgm:cxn modelId="{BD7296CD-AEDA-4F85-B081-AFAE511E0B9B}" type="presOf" srcId="{8E4F7A36-0BC9-4E8C-B9F8-69528B7DCABB}" destId="{6D039AA7-120B-4493-A2AB-1A7FC3942B6C}" srcOrd="0" destOrd="0" presId="urn:microsoft.com/office/officeart/2005/8/layout/vList2"/>
    <dgm:cxn modelId="{57A8BBC5-62EE-46A0-9E74-3B7C9BF8E420}" type="presParOf" srcId="{6D039AA7-120B-4493-A2AB-1A7FC3942B6C}" destId="{2CE09AA2-A082-476D-8BE1-E18D24B84C7C}" srcOrd="0" destOrd="0" presId="urn:microsoft.com/office/officeart/2005/8/layout/vList2"/>
    <dgm:cxn modelId="{07C698B8-ABD3-44A9-B592-C10A192C61F7}" type="presParOf" srcId="{6D039AA7-120B-4493-A2AB-1A7FC3942B6C}" destId="{95179B01-0A4B-4A1C-8B1D-69BBE9241F7B}" srcOrd="1" destOrd="0" presId="urn:microsoft.com/office/officeart/2005/8/layout/vList2"/>
    <dgm:cxn modelId="{F349EBD7-935A-43EB-8AEB-BE07C361BC71}" type="presParOf" srcId="{6D039AA7-120B-4493-A2AB-1A7FC3942B6C}" destId="{1153AA54-58D6-421D-AFEF-6A89B32020E1}" srcOrd="2" destOrd="0" presId="urn:microsoft.com/office/officeart/2005/8/layout/vList2"/>
    <dgm:cxn modelId="{9D69AACC-D64C-41B5-9C3C-9717861EA125}" type="presParOf" srcId="{6D039AA7-120B-4493-A2AB-1A7FC3942B6C}" destId="{9FA6B77F-1101-4E25-BB2D-CDE9F32BF7E4}" srcOrd="3" destOrd="0" presId="urn:microsoft.com/office/officeart/2005/8/layout/vList2"/>
    <dgm:cxn modelId="{093E2B67-2EFE-45AC-B7CB-D2B0F6632C11}" type="presParOf" srcId="{6D039AA7-120B-4493-A2AB-1A7FC3942B6C}" destId="{89A56A01-81FE-4269-82DB-596D60FFD5A4}" srcOrd="4" destOrd="0" presId="urn:microsoft.com/office/officeart/2005/8/layout/vList2"/>
    <dgm:cxn modelId="{C69DB825-E5C2-442D-8DF7-9E12FBFA1C4C}" type="presParOf" srcId="{6D039AA7-120B-4493-A2AB-1A7FC3942B6C}" destId="{4263363E-8382-423C-B01D-733AE982BB7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91B0A12-6D63-4A43-9484-6F5B103D86A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EB1F605-B341-4F2C-AC18-9AEFDB4EF087}">
      <dgm:prSet/>
      <dgm:spPr/>
      <dgm:t>
        <a:bodyPr/>
        <a:lstStyle/>
        <a:p>
          <a:r>
            <a:rPr lang="en-US" i="1" dirty="0"/>
            <a:t>X</a:t>
          </a:r>
          <a:r>
            <a:rPr lang="en-US" dirty="0"/>
            <a:t> set of entities, </a:t>
          </a:r>
          <a:r>
            <a:rPr lang="en-US" i="1" dirty="0"/>
            <a:t>I</a:t>
          </a:r>
          <a:r>
            <a:rPr lang="en-US" dirty="0"/>
            <a:t> is resource</a:t>
          </a:r>
        </a:p>
      </dgm:t>
    </dgm:pt>
    <dgm:pt modelId="{54002E64-F8FB-4608-BE40-85D2B85F7FB3}" type="parTrans" cxnId="{981662FA-4D53-49C7-B73E-3306EBFC9883}">
      <dgm:prSet/>
      <dgm:spPr/>
      <dgm:t>
        <a:bodyPr/>
        <a:lstStyle/>
        <a:p>
          <a:endParaRPr lang="en-US"/>
        </a:p>
      </dgm:t>
    </dgm:pt>
    <dgm:pt modelId="{20E21E6A-ADBC-4B9A-8341-BB781B2BDBAD}" type="sibTrans" cxnId="{981662FA-4D53-49C7-B73E-3306EBFC9883}">
      <dgm:prSet/>
      <dgm:spPr/>
      <dgm:t>
        <a:bodyPr/>
        <a:lstStyle/>
        <a:p>
          <a:endParaRPr lang="en-US"/>
        </a:p>
      </dgm:t>
    </dgm:pt>
    <dgm:pt modelId="{F586CE63-DE14-468D-8118-D61FD528E3D9}">
      <dgm:prSet/>
      <dgm:spPr/>
      <dgm:t>
        <a:bodyPr/>
        <a:lstStyle/>
        <a:p>
          <a:r>
            <a:rPr lang="en-US" i="1"/>
            <a:t>I</a:t>
          </a:r>
          <a:r>
            <a:rPr lang="en-US"/>
            <a:t> has </a:t>
          </a:r>
          <a:r>
            <a:rPr lang="en-US" i="1"/>
            <a:t>availability</a:t>
          </a:r>
          <a:r>
            <a:rPr lang="en-US"/>
            <a:t> property with respect to </a:t>
          </a:r>
          <a:r>
            <a:rPr lang="en-US" i="1"/>
            <a:t>X</a:t>
          </a:r>
          <a:r>
            <a:rPr lang="en-US"/>
            <a:t> if all </a:t>
          </a:r>
          <a:r>
            <a:rPr lang="en-US" i="1"/>
            <a:t>x</a:t>
          </a:r>
          <a:r>
            <a:rPr lang="en-US"/>
            <a:t> </a:t>
          </a:r>
          <a:r>
            <a:rPr lang="en-US">
              <a:sym typeface="Symbol" panose="05050102010706020507" pitchFamily="18" charset="2"/>
            </a:rPr>
            <a:t></a:t>
          </a:r>
          <a:r>
            <a:rPr lang="en-US"/>
            <a:t> </a:t>
          </a:r>
          <a:r>
            <a:rPr lang="en-US" i="1"/>
            <a:t>X</a:t>
          </a:r>
          <a:r>
            <a:rPr lang="en-US"/>
            <a:t> can access </a:t>
          </a:r>
          <a:r>
            <a:rPr lang="en-US" i="1"/>
            <a:t>I</a:t>
          </a:r>
          <a:endParaRPr lang="en-US"/>
        </a:p>
      </dgm:t>
    </dgm:pt>
    <dgm:pt modelId="{E470A555-B0B7-4BDF-AB30-490E29EDFD8F}" type="parTrans" cxnId="{E5D64896-57E4-47EA-8AAD-E58F2DD31BAB}">
      <dgm:prSet/>
      <dgm:spPr/>
      <dgm:t>
        <a:bodyPr/>
        <a:lstStyle/>
        <a:p>
          <a:endParaRPr lang="en-US"/>
        </a:p>
      </dgm:t>
    </dgm:pt>
    <dgm:pt modelId="{BB51F9FF-F100-402B-A18F-E830792735D1}" type="sibTrans" cxnId="{E5D64896-57E4-47EA-8AAD-E58F2DD31BAB}">
      <dgm:prSet/>
      <dgm:spPr/>
      <dgm:t>
        <a:bodyPr/>
        <a:lstStyle/>
        <a:p>
          <a:endParaRPr lang="en-US"/>
        </a:p>
      </dgm:t>
    </dgm:pt>
    <dgm:pt modelId="{6C792EC3-A285-4433-949B-0E2CCBA35A90}">
      <dgm:prSet/>
      <dgm:spPr/>
      <dgm:t>
        <a:bodyPr/>
        <a:lstStyle/>
        <a:p>
          <a:r>
            <a:rPr lang="en-US"/>
            <a:t>Types of availability:</a:t>
          </a:r>
        </a:p>
      </dgm:t>
    </dgm:pt>
    <dgm:pt modelId="{48D3BA03-5ADA-452E-B631-CC7E12EB5306}" type="parTrans" cxnId="{637F6B49-28F9-4E57-9027-68A6E75EAD8B}">
      <dgm:prSet/>
      <dgm:spPr/>
      <dgm:t>
        <a:bodyPr/>
        <a:lstStyle/>
        <a:p>
          <a:endParaRPr lang="en-US"/>
        </a:p>
      </dgm:t>
    </dgm:pt>
    <dgm:pt modelId="{273C62ED-6033-4326-8D8C-92F497E484AD}" type="sibTrans" cxnId="{637F6B49-28F9-4E57-9027-68A6E75EAD8B}">
      <dgm:prSet/>
      <dgm:spPr/>
      <dgm:t>
        <a:bodyPr/>
        <a:lstStyle/>
        <a:p>
          <a:endParaRPr lang="en-US"/>
        </a:p>
      </dgm:t>
    </dgm:pt>
    <dgm:pt modelId="{4CA5E1E3-721B-4AF8-8387-84A741914F26}">
      <dgm:prSet/>
      <dgm:spPr/>
      <dgm:t>
        <a:bodyPr/>
        <a:lstStyle/>
        <a:p>
          <a:r>
            <a:rPr lang="en-US"/>
            <a:t>traditional: </a:t>
          </a:r>
          <a:r>
            <a:rPr lang="en-US" i="1"/>
            <a:t>x</a:t>
          </a:r>
          <a:r>
            <a:rPr lang="en-US"/>
            <a:t> gets access or not</a:t>
          </a:r>
        </a:p>
      </dgm:t>
    </dgm:pt>
    <dgm:pt modelId="{DA96C20D-BFF7-4E42-A1BD-A1871291727C}" type="parTrans" cxnId="{97BE5C01-E09B-4DC7-BCFF-E45ED73969C1}">
      <dgm:prSet/>
      <dgm:spPr/>
      <dgm:t>
        <a:bodyPr/>
        <a:lstStyle/>
        <a:p>
          <a:endParaRPr lang="en-US"/>
        </a:p>
      </dgm:t>
    </dgm:pt>
    <dgm:pt modelId="{54AF3D52-6DB2-4124-AFDC-0D2A1596885C}" type="sibTrans" cxnId="{97BE5C01-E09B-4DC7-BCFF-E45ED73969C1}">
      <dgm:prSet/>
      <dgm:spPr/>
      <dgm:t>
        <a:bodyPr/>
        <a:lstStyle/>
        <a:p>
          <a:endParaRPr lang="en-US"/>
        </a:p>
      </dgm:t>
    </dgm:pt>
    <dgm:pt modelId="{A48BD3DB-BCCC-44B7-8265-5A7B1C706E72}">
      <dgm:prSet/>
      <dgm:spPr/>
      <dgm:t>
        <a:bodyPr/>
        <a:lstStyle/>
        <a:p>
          <a:r>
            <a:rPr lang="en-US"/>
            <a:t>quality of service: promised a level of access (for example, a specific level of bandwidth) and not meet it, even though some access is achieved</a:t>
          </a:r>
        </a:p>
      </dgm:t>
    </dgm:pt>
    <dgm:pt modelId="{BC45720D-E2F8-4FAD-A01D-C359DA00581C}" type="parTrans" cxnId="{24AB9693-2D4F-419D-AEE7-141D60C51E35}">
      <dgm:prSet/>
      <dgm:spPr/>
      <dgm:t>
        <a:bodyPr/>
        <a:lstStyle/>
        <a:p>
          <a:endParaRPr lang="en-US"/>
        </a:p>
      </dgm:t>
    </dgm:pt>
    <dgm:pt modelId="{39612BA6-623B-48EF-9A4B-3D1F500EA28A}" type="sibTrans" cxnId="{24AB9693-2D4F-419D-AEE7-141D60C51E35}">
      <dgm:prSet/>
      <dgm:spPr/>
      <dgm:t>
        <a:bodyPr/>
        <a:lstStyle/>
        <a:p>
          <a:endParaRPr lang="en-US"/>
        </a:p>
      </dgm:t>
    </dgm:pt>
    <dgm:pt modelId="{43A07CC8-4521-4CA2-AE42-392387567F30}" type="pres">
      <dgm:prSet presAssocID="{A91B0A12-6D63-4A43-9484-6F5B103D86AB}" presName="linear" presStyleCnt="0">
        <dgm:presLayoutVars>
          <dgm:animLvl val="lvl"/>
          <dgm:resizeHandles val="exact"/>
        </dgm:presLayoutVars>
      </dgm:prSet>
      <dgm:spPr/>
    </dgm:pt>
    <dgm:pt modelId="{BE85974F-0770-401A-8DCA-F84DD104A8E6}" type="pres">
      <dgm:prSet presAssocID="{5EB1F605-B341-4F2C-AC18-9AEFDB4EF08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44C06FA-54E0-4B68-8620-ACBAB412D70C}" type="pres">
      <dgm:prSet presAssocID="{20E21E6A-ADBC-4B9A-8341-BB781B2BDBAD}" presName="spacer" presStyleCnt="0"/>
      <dgm:spPr/>
    </dgm:pt>
    <dgm:pt modelId="{3ECD4BE5-AC9B-4171-BC0C-EF4FCBAC052E}" type="pres">
      <dgm:prSet presAssocID="{F586CE63-DE14-468D-8118-D61FD528E3D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3945C3A-CA48-4F11-A6BE-7571AD8E33CE}" type="pres">
      <dgm:prSet presAssocID="{BB51F9FF-F100-402B-A18F-E830792735D1}" presName="spacer" presStyleCnt="0"/>
      <dgm:spPr/>
    </dgm:pt>
    <dgm:pt modelId="{3C426F36-3308-4EB7-A7CD-EDF6D7F8A6A1}" type="pres">
      <dgm:prSet presAssocID="{6C792EC3-A285-4433-949B-0E2CCBA35A9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FD246F1-4470-4BC7-AAC1-7E16446BBEBD}" type="pres">
      <dgm:prSet presAssocID="{6C792EC3-A285-4433-949B-0E2CCBA35A9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7BE5C01-E09B-4DC7-BCFF-E45ED73969C1}" srcId="{6C792EC3-A285-4433-949B-0E2CCBA35A90}" destId="{4CA5E1E3-721B-4AF8-8387-84A741914F26}" srcOrd="0" destOrd="0" parTransId="{DA96C20D-BFF7-4E42-A1BD-A1871291727C}" sibTransId="{54AF3D52-6DB2-4124-AFDC-0D2A1596885C}"/>
    <dgm:cxn modelId="{4B515A17-35B5-40C4-9F5C-040344DD211D}" type="presOf" srcId="{4CA5E1E3-721B-4AF8-8387-84A741914F26}" destId="{2FD246F1-4470-4BC7-AAC1-7E16446BBEBD}" srcOrd="0" destOrd="0" presId="urn:microsoft.com/office/officeart/2005/8/layout/vList2"/>
    <dgm:cxn modelId="{597E6263-2D3E-4A29-A544-562EF7A0ECEA}" type="presOf" srcId="{5EB1F605-B341-4F2C-AC18-9AEFDB4EF087}" destId="{BE85974F-0770-401A-8DCA-F84DD104A8E6}" srcOrd="0" destOrd="0" presId="urn:microsoft.com/office/officeart/2005/8/layout/vList2"/>
    <dgm:cxn modelId="{637F6B49-28F9-4E57-9027-68A6E75EAD8B}" srcId="{A91B0A12-6D63-4A43-9484-6F5B103D86AB}" destId="{6C792EC3-A285-4433-949B-0E2CCBA35A90}" srcOrd="2" destOrd="0" parTransId="{48D3BA03-5ADA-452E-B631-CC7E12EB5306}" sibTransId="{273C62ED-6033-4326-8D8C-92F497E484AD}"/>
    <dgm:cxn modelId="{E63D286A-ECE5-4389-82F4-0A91F141EAA7}" type="presOf" srcId="{6C792EC3-A285-4433-949B-0E2CCBA35A90}" destId="{3C426F36-3308-4EB7-A7CD-EDF6D7F8A6A1}" srcOrd="0" destOrd="0" presId="urn:microsoft.com/office/officeart/2005/8/layout/vList2"/>
    <dgm:cxn modelId="{F7FB1A4C-0387-4C1E-802B-C55D50FA4EE1}" type="presOf" srcId="{A91B0A12-6D63-4A43-9484-6F5B103D86AB}" destId="{43A07CC8-4521-4CA2-AE42-392387567F30}" srcOrd="0" destOrd="0" presId="urn:microsoft.com/office/officeart/2005/8/layout/vList2"/>
    <dgm:cxn modelId="{24AB9693-2D4F-419D-AEE7-141D60C51E35}" srcId="{6C792EC3-A285-4433-949B-0E2CCBA35A90}" destId="{A48BD3DB-BCCC-44B7-8265-5A7B1C706E72}" srcOrd="1" destOrd="0" parTransId="{BC45720D-E2F8-4FAD-A01D-C359DA00581C}" sibTransId="{39612BA6-623B-48EF-9A4B-3D1F500EA28A}"/>
    <dgm:cxn modelId="{E5D64896-57E4-47EA-8AAD-E58F2DD31BAB}" srcId="{A91B0A12-6D63-4A43-9484-6F5B103D86AB}" destId="{F586CE63-DE14-468D-8118-D61FD528E3D9}" srcOrd="1" destOrd="0" parTransId="{E470A555-B0B7-4BDF-AB30-490E29EDFD8F}" sibTransId="{BB51F9FF-F100-402B-A18F-E830792735D1}"/>
    <dgm:cxn modelId="{4CD589F8-0053-4EA2-989A-61B9C024627B}" type="presOf" srcId="{A48BD3DB-BCCC-44B7-8265-5A7B1C706E72}" destId="{2FD246F1-4470-4BC7-AAC1-7E16446BBEBD}" srcOrd="0" destOrd="1" presId="urn:microsoft.com/office/officeart/2005/8/layout/vList2"/>
    <dgm:cxn modelId="{981662FA-4D53-49C7-B73E-3306EBFC9883}" srcId="{A91B0A12-6D63-4A43-9484-6F5B103D86AB}" destId="{5EB1F605-B341-4F2C-AC18-9AEFDB4EF087}" srcOrd="0" destOrd="0" parTransId="{54002E64-F8FB-4608-BE40-85D2B85F7FB3}" sibTransId="{20E21E6A-ADBC-4B9A-8341-BB781B2BDBAD}"/>
    <dgm:cxn modelId="{8EDA97FE-B8BB-48E3-9DE1-D1B035567E5B}" type="presOf" srcId="{F586CE63-DE14-468D-8118-D61FD528E3D9}" destId="{3ECD4BE5-AC9B-4171-BC0C-EF4FCBAC052E}" srcOrd="0" destOrd="0" presId="urn:microsoft.com/office/officeart/2005/8/layout/vList2"/>
    <dgm:cxn modelId="{63287ED4-8202-4D50-BC3C-2DF4A57AD68F}" type="presParOf" srcId="{43A07CC8-4521-4CA2-AE42-392387567F30}" destId="{BE85974F-0770-401A-8DCA-F84DD104A8E6}" srcOrd="0" destOrd="0" presId="urn:microsoft.com/office/officeart/2005/8/layout/vList2"/>
    <dgm:cxn modelId="{F09BEE11-FAC5-4649-AB8D-45DC625ACBED}" type="presParOf" srcId="{43A07CC8-4521-4CA2-AE42-392387567F30}" destId="{F44C06FA-54E0-4B68-8620-ACBAB412D70C}" srcOrd="1" destOrd="0" presId="urn:microsoft.com/office/officeart/2005/8/layout/vList2"/>
    <dgm:cxn modelId="{C912341F-62B1-4F1F-B44D-9A530D0B1907}" type="presParOf" srcId="{43A07CC8-4521-4CA2-AE42-392387567F30}" destId="{3ECD4BE5-AC9B-4171-BC0C-EF4FCBAC052E}" srcOrd="2" destOrd="0" presId="urn:microsoft.com/office/officeart/2005/8/layout/vList2"/>
    <dgm:cxn modelId="{2F0001D6-4517-45F1-AA77-4D059BD348BB}" type="presParOf" srcId="{43A07CC8-4521-4CA2-AE42-392387567F30}" destId="{D3945C3A-CA48-4F11-A6BE-7571AD8E33CE}" srcOrd="3" destOrd="0" presId="urn:microsoft.com/office/officeart/2005/8/layout/vList2"/>
    <dgm:cxn modelId="{E9930408-CAD8-466C-A089-4A86AB34E711}" type="presParOf" srcId="{43A07CC8-4521-4CA2-AE42-392387567F30}" destId="{3C426F36-3308-4EB7-A7CD-EDF6D7F8A6A1}" srcOrd="4" destOrd="0" presId="urn:microsoft.com/office/officeart/2005/8/layout/vList2"/>
    <dgm:cxn modelId="{4B354509-B88D-4305-953C-5E39AB16DB00}" type="presParOf" srcId="{43A07CC8-4521-4CA2-AE42-392387567F30}" destId="{2FD246F1-4470-4BC7-AAC1-7E16446BBEB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0245A5-B8A7-4305-8AB3-E95CE8761531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346321F-F0E9-48F1-9FD0-9FBAD01CF144}">
      <dgm:prSet/>
      <dgm:spPr/>
      <dgm:t>
        <a:bodyPr/>
        <a:lstStyle/>
        <a:p>
          <a:r>
            <a:rPr lang="en-US"/>
            <a:t>Military (governmental) security policy</a:t>
          </a:r>
        </a:p>
      </dgm:t>
    </dgm:pt>
    <dgm:pt modelId="{2CA622A0-80B0-45BD-8085-5DD30C340045}" type="parTrans" cxnId="{AC4C51AD-17C6-41B1-9C6D-4E28A3AD6106}">
      <dgm:prSet/>
      <dgm:spPr/>
      <dgm:t>
        <a:bodyPr/>
        <a:lstStyle/>
        <a:p>
          <a:endParaRPr lang="en-US"/>
        </a:p>
      </dgm:t>
    </dgm:pt>
    <dgm:pt modelId="{F6F52324-BF7A-42B3-AF98-C809ECF77434}" type="sibTrans" cxnId="{AC4C51AD-17C6-41B1-9C6D-4E28A3AD6106}">
      <dgm:prSet/>
      <dgm:spPr/>
      <dgm:t>
        <a:bodyPr/>
        <a:lstStyle/>
        <a:p>
          <a:endParaRPr lang="en-US"/>
        </a:p>
      </dgm:t>
    </dgm:pt>
    <dgm:pt modelId="{3A550D72-1B58-429B-83F5-0232D07B242B}">
      <dgm:prSet/>
      <dgm:spPr/>
      <dgm:t>
        <a:bodyPr/>
        <a:lstStyle/>
        <a:p>
          <a:r>
            <a:rPr lang="en-US"/>
            <a:t>Policy primarily protecting confidentiality</a:t>
          </a:r>
        </a:p>
      </dgm:t>
    </dgm:pt>
    <dgm:pt modelId="{337855E4-0CC9-4325-A56F-D2211A33E6DD}" type="parTrans" cxnId="{993A484A-2AAC-4C25-80CF-216E7F89481B}">
      <dgm:prSet/>
      <dgm:spPr/>
      <dgm:t>
        <a:bodyPr/>
        <a:lstStyle/>
        <a:p>
          <a:endParaRPr lang="en-US"/>
        </a:p>
      </dgm:t>
    </dgm:pt>
    <dgm:pt modelId="{6B03A993-12FD-4969-897C-3076DB57AA86}" type="sibTrans" cxnId="{993A484A-2AAC-4C25-80CF-216E7F89481B}">
      <dgm:prSet/>
      <dgm:spPr/>
      <dgm:t>
        <a:bodyPr/>
        <a:lstStyle/>
        <a:p>
          <a:endParaRPr lang="en-US"/>
        </a:p>
      </dgm:t>
    </dgm:pt>
    <dgm:pt modelId="{D34AEF0F-4D1A-4AC9-929D-829F0C8E7AD4}">
      <dgm:prSet/>
      <dgm:spPr/>
      <dgm:t>
        <a:bodyPr/>
        <a:lstStyle/>
        <a:p>
          <a:r>
            <a:rPr lang="en-US"/>
            <a:t>Commercial security policy</a:t>
          </a:r>
        </a:p>
      </dgm:t>
    </dgm:pt>
    <dgm:pt modelId="{31914648-463E-4797-A11D-323E1CBFED58}" type="parTrans" cxnId="{F24C4A2C-9DF0-45AA-AFCA-4173BA392D83}">
      <dgm:prSet/>
      <dgm:spPr/>
      <dgm:t>
        <a:bodyPr/>
        <a:lstStyle/>
        <a:p>
          <a:endParaRPr lang="en-US"/>
        </a:p>
      </dgm:t>
    </dgm:pt>
    <dgm:pt modelId="{F733714D-30C6-46F7-A134-C225A7828FE0}" type="sibTrans" cxnId="{F24C4A2C-9DF0-45AA-AFCA-4173BA392D83}">
      <dgm:prSet/>
      <dgm:spPr/>
      <dgm:t>
        <a:bodyPr/>
        <a:lstStyle/>
        <a:p>
          <a:endParaRPr lang="en-US"/>
        </a:p>
      </dgm:t>
    </dgm:pt>
    <dgm:pt modelId="{9657B4E1-F170-4C62-AB03-5A3D3BCF2032}">
      <dgm:prSet/>
      <dgm:spPr/>
      <dgm:t>
        <a:bodyPr/>
        <a:lstStyle/>
        <a:p>
          <a:r>
            <a:rPr lang="en-US"/>
            <a:t>Policy primarily protecting integrity</a:t>
          </a:r>
        </a:p>
      </dgm:t>
    </dgm:pt>
    <dgm:pt modelId="{F4465E8D-BE47-4C5E-96AA-117BD4341BB3}" type="parTrans" cxnId="{1653FA7E-3EB8-461A-8D63-AEA3DA2DC8F7}">
      <dgm:prSet/>
      <dgm:spPr/>
      <dgm:t>
        <a:bodyPr/>
        <a:lstStyle/>
        <a:p>
          <a:endParaRPr lang="en-US"/>
        </a:p>
      </dgm:t>
    </dgm:pt>
    <dgm:pt modelId="{7F888464-C239-4097-9226-E45C7E111E0A}" type="sibTrans" cxnId="{1653FA7E-3EB8-461A-8D63-AEA3DA2DC8F7}">
      <dgm:prSet/>
      <dgm:spPr/>
      <dgm:t>
        <a:bodyPr/>
        <a:lstStyle/>
        <a:p>
          <a:endParaRPr lang="en-US"/>
        </a:p>
      </dgm:t>
    </dgm:pt>
    <dgm:pt modelId="{9C8503D9-9FA3-4C29-A6FB-F3236AB7A48C}">
      <dgm:prSet/>
      <dgm:spPr/>
      <dgm:t>
        <a:bodyPr/>
        <a:lstStyle/>
        <a:p>
          <a:r>
            <a:rPr lang="en-US"/>
            <a:t>Confidentiality policy</a:t>
          </a:r>
        </a:p>
      </dgm:t>
    </dgm:pt>
    <dgm:pt modelId="{A66B69EF-A613-44C3-BAC8-512300177E52}" type="parTrans" cxnId="{87C27A7B-7DFE-40D8-8AA9-3A1C2D50E55B}">
      <dgm:prSet/>
      <dgm:spPr/>
      <dgm:t>
        <a:bodyPr/>
        <a:lstStyle/>
        <a:p>
          <a:endParaRPr lang="en-US"/>
        </a:p>
      </dgm:t>
    </dgm:pt>
    <dgm:pt modelId="{9B4341CD-8E95-4BCE-8A86-70078417C038}" type="sibTrans" cxnId="{87C27A7B-7DFE-40D8-8AA9-3A1C2D50E55B}">
      <dgm:prSet/>
      <dgm:spPr/>
      <dgm:t>
        <a:bodyPr/>
        <a:lstStyle/>
        <a:p>
          <a:endParaRPr lang="en-US"/>
        </a:p>
      </dgm:t>
    </dgm:pt>
    <dgm:pt modelId="{B51DCE0C-F030-405D-B859-4C7C64C56F5C}">
      <dgm:prSet/>
      <dgm:spPr/>
      <dgm:t>
        <a:bodyPr/>
        <a:lstStyle/>
        <a:p>
          <a:r>
            <a:rPr lang="en-US"/>
            <a:t>Policy protecting only confidentiality</a:t>
          </a:r>
        </a:p>
      </dgm:t>
    </dgm:pt>
    <dgm:pt modelId="{EADCAD48-7618-42F2-90EA-6886023C36C7}" type="parTrans" cxnId="{E326155D-1979-4DEF-8C74-91897499C0A4}">
      <dgm:prSet/>
      <dgm:spPr/>
      <dgm:t>
        <a:bodyPr/>
        <a:lstStyle/>
        <a:p>
          <a:endParaRPr lang="en-US"/>
        </a:p>
      </dgm:t>
    </dgm:pt>
    <dgm:pt modelId="{E8DBFA9C-7DCD-4B55-A59A-1DBD4589B98D}" type="sibTrans" cxnId="{E326155D-1979-4DEF-8C74-91897499C0A4}">
      <dgm:prSet/>
      <dgm:spPr/>
      <dgm:t>
        <a:bodyPr/>
        <a:lstStyle/>
        <a:p>
          <a:endParaRPr lang="en-US"/>
        </a:p>
      </dgm:t>
    </dgm:pt>
    <dgm:pt modelId="{263E7399-9546-4B4B-9E49-889F2A1DC441}">
      <dgm:prSet/>
      <dgm:spPr/>
      <dgm:t>
        <a:bodyPr/>
        <a:lstStyle/>
        <a:p>
          <a:r>
            <a:rPr lang="en-US"/>
            <a:t>Integrity policy</a:t>
          </a:r>
        </a:p>
      </dgm:t>
    </dgm:pt>
    <dgm:pt modelId="{47497E2E-E9C9-4EC1-96A3-2CE754D3E143}" type="parTrans" cxnId="{0B59CD64-69B4-4A85-B880-EF44268FF312}">
      <dgm:prSet/>
      <dgm:spPr/>
      <dgm:t>
        <a:bodyPr/>
        <a:lstStyle/>
        <a:p>
          <a:endParaRPr lang="en-US"/>
        </a:p>
      </dgm:t>
    </dgm:pt>
    <dgm:pt modelId="{665C180B-EEC1-40ED-9A38-18551E5AE7AE}" type="sibTrans" cxnId="{0B59CD64-69B4-4A85-B880-EF44268FF312}">
      <dgm:prSet/>
      <dgm:spPr/>
      <dgm:t>
        <a:bodyPr/>
        <a:lstStyle/>
        <a:p>
          <a:endParaRPr lang="en-US"/>
        </a:p>
      </dgm:t>
    </dgm:pt>
    <dgm:pt modelId="{1A79E566-797A-42C9-8FAE-3B46B736CF8E}">
      <dgm:prSet/>
      <dgm:spPr/>
      <dgm:t>
        <a:bodyPr/>
        <a:lstStyle/>
        <a:p>
          <a:r>
            <a:rPr lang="en-US"/>
            <a:t>Policy protecting only integrity</a:t>
          </a:r>
        </a:p>
      </dgm:t>
    </dgm:pt>
    <dgm:pt modelId="{98E2B3F0-3272-4903-A4AE-E52D4CBBAF9F}" type="parTrans" cxnId="{8FCD590E-DFC0-447C-B46C-41C001BBA095}">
      <dgm:prSet/>
      <dgm:spPr/>
      <dgm:t>
        <a:bodyPr/>
        <a:lstStyle/>
        <a:p>
          <a:endParaRPr lang="en-US"/>
        </a:p>
      </dgm:t>
    </dgm:pt>
    <dgm:pt modelId="{E474BF8D-9ADA-4A15-A212-339AE3CEC493}" type="sibTrans" cxnId="{8FCD590E-DFC0-447C-B46C-41C001BBA095}">
      <dgm:prSet/>
      <dgm:spPr/>
      <dgm:t>
        <a:bodyPr/>
        <a:lstStyle/>
        <a:p>
          <a:endParaRPr lang="en-US"/>
        </a:p>
      </dgm:t>
    </dgm:pt>
    <dgm:pt modelId="{FA40212D-9729-4A91-A519-76A2606401D6}" type="pres">
      <dgm:prSet presAssocID="{7F0245A5-B8A7-4305-8AB3-E95CE8761531}" presName="Name0" presStyleCnt="0">
        <dgm:presLayoutVars>
          <dgm:dir/>
          <dgm:animLvl val="lvl"/>
          <dgm:resizeHandles val="exact"/>
        </dgm:presLayoutVars>
      </dgm:prSet>
      <dgm:spPr/>
    </dgm:pt>
    <dgm:pt modelId="{BEEB868E-1FD0-45F8-83B0-11A25A18F331}" type="pres">
      <dgm:prSet presAssocID="{6346321F-F0E9-48F1-9FD0-9FBAD01CF144}" presName="linNode" presStyleCnt="0"/>
      <dgm:spPr/>
    </dgm:pt>
    <dgm:pt modelId="{51F049D0-70BC-4160-A422-66F344EF8980}" type="pres">
      <dgm:prSet presAssocID="{6346321F-F0E9-48F1-9FD0-9FBAD01CF14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B5EA97FE-9218-4FAC-896B-EB31BA588817}" type="pres">
      <dgm:prSet presAssocID="{6346321F-F0E9-48F1-9FD0-9FBAD01CF144}" presName="descendantText" presStyleLbl="alignAccFollowNode1" presStyleIdx="0" presStyleCnt="4">
        <dgm:presLayoutVars>
          <dgm:bulletEnabled val="1"/>
        </dgm:presLayoutVars>
      </dgm:prSet>
      <dgm:spPr/>
    </dgm:pt>
    <dgm:pt modelId="{DACE4099-8C2A-4678-9D02-4F3E9AC5CD6A}" type="pres">
      <dgm:prSet presAssocID="{F6F52324-BF7A-42B3-AF98-C809ECF77434}" presName="sp" presStyleCnt="0"/>
      <dgm:spPr/>
    </dgm:pt>
    <dgm:pt modelId="{1A8207E3-9D64-40A6-A62B-603CE098FF8E}" type="pres">
      <dgm:prSet presAssocID="{D34AEF0F-4D1A-4AC9-929D-829F0C8E7AD4}" presName="linNode" presStyleCnt="0"/>
      <dgm:spPr/>
    </dgm:pt>
    <dgm:pt modelId="{54951BAA-3EDE-4F11-818E-A9E6B8B564E4}" type="pres">
      <dgm:prSet presAssocID="{D34AEF0F-4D1A-4AC9-929D-829F0C8E7AD4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73CCAD0-1954-42CE-9E90-70F3C79AFDD6}" type="pres">
      <dgm:prSet presAssocID="{D34AEF0F-4D1A-4AC9-929D-829F0C8E7AD4}" presName="descendantText" presStyleLbl="alignAccFollowNode1" presStyleIdx="1" presStyleCnt="4">
        <dgm:presLayoutVars>
          <dgm:bulletEnabled val="1"/>
        </dgm:presLayoutVars>
      </dgm:prSet>
      <dgm:spPr/>
    </dgm:pt>
    <dgm:pt modelId="{79E95149-FF74-4498-BD09-63C1CFE3C99C}" type="pres">
      <dgm:prSet presAssocID="{F733714D-30C6-46F7-A134-C225A7828FE0}" presName="sp" presStyleCnt="0"/>
      <dgm:spPr/>
    </dgm:pt>
    <dgm:pt modelId="{40275686-2421-4E80-9D5E-5CACB891558B}" type="pres">
      <dgm:prSet presAssocID="{9C8503D9-9FA3-4C29-A6FB-F3236AB7A48C}" presName="linNode" presStyleCnt="0"/>
      <dgm:spPr/>
    </dgm:pt>
    <dgm:pt modelId="{7321C6AF-DDD6-4526-BAB3-6F15509E8FDD}" type="pres">
      <dgm:prSet presAssocID="{9C8503D9-9FA3-4C29-A6FB-F3236AB7A48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C1DDB985-4D53-4314-92FB-D2BC7BCEE195}" type="pres">
      <dgm:prSet presAssocID="{9C8503D9-9FA3-4C29-A6FB-F3236AB7A48C}" presName="descendantText" presStyleLbl="alignAccFollowNode1" presStyleIdx="2" presStyleCnt="4">
        <dgm:presLayoutVars>
          <dgm:bulletEnabled val="1"/>
        </dgm:presLayoutVars>
      </dgm:prSet>
      <dgm:spPr/>
    </dgm:pt>
    <dgm:pt modelId="{D0FA4D43-9E06-4CF5-9D89-F3775B520386}" type="pres">
      <dgm:prSet presAssocID="{9B4341CD-8E95-4BCE-8A86-70078417C038}" presName="sp" presStyleCnt="0"/>
      <dgm:spPr/>
    </dgm:pt>
    <dgm:pt modelId="{50A280BA-5889-45DF-877E-04390A5F5DDF}" type="pres">
      <dgm:prSet presAssocID="{263E7399-9546-4B4B-9E49-889F2A1DC441}" presName="linNode" presStyleCnt="0"/>
      <dgm:spPr/>
    </dgm:pt>
    <dgm:pt modelId="{D05F7F3D-0416-4246-9F95-6BF66425B4D8}" type="pres">
      <dgm:prSet presAssocID="{263E7399-9546-4B4B-9E49-889F2A1DC441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6898AB92-2232-461D-BC58-7414BA06C714}" type="pres">
      <dgm:prSet presAssocID="{263E7399-9546-4B4B-9E49-889F2A1DC441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8FCD590E-DFC0-447C-B46C-41C001BBA095}" srcId="{263E7399-9546-4B4B-9E49-889F2A1DC441}" destId="{1A79E566-797A-42C9-8FAE-3B46B736CF8E}" srcOrd="0" destOrd="0" parTransId="{98E2B3F0-3272-4903-A4AE-E52D4CBBAF9F}" sibTransId="{E474BF8D-9ADA-4A15-A212-339AE3CEC493}"/>
    <dgm:cxn modelId="{F24C4A2C-9DF0-45AA-AFCA-4173BA392D83}" srcId="{7F0245A5-B8A7-4305-8AB3-E95CE8761531}" destId="{D34AEF0F-4D1A-4AC9-929D-829F0C8E7AD4}" srcOrd="1" destOrd="0" parTransId="{31914648-463E-4797-A11D-323E1CBFED58}" sibTransId="{F733714D-30C6-46F7-A134-C225A7828FE0}"/>
    <dgm:cxn modelId="{F44B9130-E87F-4759-99A0-969111A6E94D}" type="presOf" srcId="{B51DCE0C-F030-405D-B859-4C7C64C56F5C}" destId="{C1DDB985-4D53-4314-92FB-D2BC7BCEE195}" srcOrd="0" destOrd="0" presId="urn:microsoft.com/office/officeart/2005/8/layout/vList5"/>
    <dgm:cxn modelId="{E326155D-1979-4DEF-8C74-91897499C0A4}" srcId="{9C8503D9-9FA3-4C29-A6FB-F3236AB7A48C}" destId="{B51DCE0C-F030-405D-B859-4C7C64C56F5C}" srcOrd="0" destOrd="0" parTransId="{EADCAD48-7618-42F2-90EA-6886023C36C7}" sibTransId="{E8DBFA9C-7DCD-4B55-A59A-1DBD4589B98D}"/>
    <dgm:cxn modelId="{80AFC762-A142-4670-AA34-19B1993EDDEB}" type="presOf" srcId="{D34AEF0F-4D1A-4AC9-929D-829F0C8E7AD4}" destId="{54951BAA-3EDE-4F11-818E-A9E6B8B564E4}" srcOrd="0" destOrd="0" presId="urn:microsoft.com/office/officeart/2005/8/layout/vList5"/>
    <dgm:cxn modelId="{0B59CD64-69B4-4A85-B880-EF44268FF312}" srcId="{7F0245A5-B8A7-4305-8AB3-E95CE8761531}" destId="{263E7399-9546-4B4B-9E49-889F2A1DC441}" srcOrd="3" destOrd="0" parTransId="{47497E2E-E9C9-4EC1-96A3-2CE754D3E143}" sibTransId="{665C180B-EEC1-40ED-9A38-18551E5AE7AE}"/>
    <dgm:cxn modelId="{993A484A-2AAC-4C25-80CF-216E7F89481B}" srcId="{6346321F-F0E9-48F1-9FD0-9FBAD01CF144}" destId="{3A550D72-1B58-429B-83F5-0232D07B242B}" srcOrd="0" destOrd="0" parTransId="{337855E4-0CC9-4325-A56F-D2211A33E6DD}" sibTransId="{6B03A993-12FD-4969-897C-3076DB57AA86}"/>
    <dgm:cxn modelId="{87C27A7B-7DFE-40D8-8AA9-3A1C2D50E55B}" srcId="{7F0245A5-B8A7-4305-8AB3-E95CE8761531}" destId="{9C8503D9-9FA3-4C29-A6FB-F3236AB7A48C}" srcOrd="2" destOrd="0" parTransId="{A66B69EF-A613-44C3-BAC8-512300177E52}" sibTransId="{9B4341CD-8E95-4BCE-8A86-70078417C038}"/>
    <dgm:cxn modelId="{1653FA7E-3EB8-461A-8D63-AEA3DA2DC8F7}" srcId="{D34AEF0F-4D1A-4AC9-929D-829F0C8E7AD4}" destId="{9657B4E1-F170-4C62-AB03-5A3D3BCF2032}" srcOrd="0" destOrd="0" parTransId="{F4465E8D-BE47-4C5E-96AA-117BD4341BB3}" sibTransId="{7F888464-C239-4097-9226-E45C7E111E0A}"/>
    <dgm:cxn modelId="{1354AC9A-4761-4291-936E-B16132316177}" type="presOf" srcId="{7F0245A5-B8A7-4305-8AB3-E95CE8761531}" destId="{FA40212D-9729-4A91-A519-76A2606401D6}" srcOrd="0" destOrd="0" presId="urn:microsoft.com/office/officeart/2005/8/layout/vList5"/>
    <dgm:cxn modelId="{AC4C51AD-17C6-41B1-9C6D-4E28A3AD6106}" srcId="{7F0245A5-B8A7-4305-8AB3-E95CE8761531}" destId="{6346321F-F0E9-48F1-9FD0-9FBAD01CF144}" srcOrd="0" destOrd="0" parTransId="{2CA622A0-80B0-45BD-8085-5DD30C340045}" sibTransId="{F6F52324-BF7A-42B3-AF98-C809ECF77434}"/>
    <dgm:cxn modelId="{D88735B2-8C4B-4189-8F42-44C5D18EDA1B}" type="presOf" srcId="{1A79E566-797A-42C9-8FAE-3B46B736CF8E}" destId="{6898AB92-2232-461D-BC58-7414BA06C714}" srcOrd="0" destOrd="0" presId="urn:microsoft.com/office/officeart/2005/8/layout/vList5"/>
    <dgm:cxn modelId="{8E37D8C4-2EF2-47A7-AB7E-6F4B684D9801}" type="presOf" srcId="{3A550D72-1B58-429B-83F5-0232D07B242B}" destId="{B5EA97FE-9218-4FAC-896B-EB31BA588817}" srcOrd="0" destOrd="0" presId="urn:microsoft.com/office/officeart/2005/8/layout/vList5"/>
    <dgm:cxn modelId="{3F8093CE-9E54-49A6-8081-12910170A9EC}" type="presOf" srcId="{6346321F-F0E9-48F1-9FD0-9FBAD01CF144}" destId="{51F049D0-70BC-4160-A422-66F344EF8980}" srcOrd="0" destOrd="0" presId="urn:microsoft.com/office/officeart/2005/8/layout/vList5"/>
    <dgm:cxn modelId="{553556D6-3294-4D18-B38E-A83FEC1FD815}" type="presOf" srcId="{9657B4E1-F170-4C62-AB03-5A3D3BCF2032}" destId="{373CCAD0-1954-42CE-9E90-70F3C79AFDD6}" srcOrd="0" destOrd="0" presId="urn:microsoft.com/office/officeart/2005/8/layout/vList5"/>
    <dgm:cxn modelId="{8B49B5E1-514F-4CA9-82D4-D214E8F58493}" type="presOf" srcId="{263E7399-9546-4B4B-9E49-889F2A1DC441}" destId="{D05F7F3D-0416-4246-9F95-6BF66425B4D8}" srcOrd="0" destOrd="0" presId="urn:microsoft.com/office/officeart/2005/8/layout/vList5"/>
    <dgm:cxn modelId="{B3D8FFEA-93AF-422E-BED3-0A8F9E6C68E2}" type="presOf" srcId="{9C8503D9-9FA3-4C29-A6FB-F3236AB7A48C}" destId="{7321C6AF-DDD6-4526-BAB3-6F15509E8FDD}" srcOrd="0" destOrd="0" presId="urn:microsoft.com/office/officeart/2005/8/layout/vList5"/>
    <dgm:cxn modelId="{EA3065BD-EB42-4A76-8C8E-4A9009516BB1}" type="presParOf" srcId="{FA40212D-9729-4A91-A519-76A2606401D6}" destId="{BEEB868E-1FD0-45F8-83B0-11A25A18F331}" srcOrd="0" destOrd="0" presId="urn:microsoft.com/office/officeart/2005/8/layout/vList5"/>
    <dgm:cxn modelId="{88D4BDDE-3DE6-4801-B640-421D1B98C94A}" type="presParOf" srcId="{BEEB868E-1FD0-45F8-83B0-11A25A18F331}" destId="{51F049D0-70BC-4160-A422-66F344EF8980}" srcOrd="0" destOrd="0" presId="urn:microsoft.com/office/officeart/2005/8/layout/vList5"/>
    <dgm:cxn modelId="{60CF8A43-876E-40E4-A43A-F9A5D1B74DE4}" type="presParOf" srcId="{BEEB868E-1FD0-45F8-83B0-11A25A18F331}" destId="{B5EA97FE-9218-4FAC-896B-EB31BA588817}" srcOrd="1" destOrd="0" presId="urn:microsoft.com/office/officeart/2005/8/layout/vList5"/>
    <dgm:cxn modelId="{BE2821EB-3D79-4889-B924-A0FA03E0D036}" type="presParOf" srcId="{FA40212D-9729-4A91-A519-76A2606401D6}" destId="{DACE4099-8C2A-4678-9D02-4F3E9AC5CD6A}" srcOrd="1" destOrd="0" presId="urn:microsoft.com/office/officeart/2005/8/layout/vList5"/>
    <dgm:cxn modelId="{4DFE033A-3346-43CD-B794-258D3BE9EE26}" type="presParOf" srcId="{FA40212D-9729-4A91-A519-76A2606401D6}" destId="{1A8207E3-9D64-40A6-A62B-603CE098FF8E}" srcOrd="2" destOrd="0" presId="urn:microsoft.com/office/officeart/2005/8/layout/vList5"/>
    <dgm:cxn modelId="{90A58C70-A645-4701-8AF8-333D557746C2}" type="presParOf" srcId="{1A8207E3-9D64-40A6-A62B-603CE098FF8E}" destId="{54951BAA-3EDE-4F11-818E-A9E6B8B564E4}" srcOrd="0" destOrd="0" presId="urn:microsoft.com/office/officeart/2005/8/layout/vList5"/>
    <dgm:cxn modelId="{E6A2535C-8748-423E-B452-17D58B767B34}" type="presParOf" srcId="{1A8207E3-9D64-40A6-A62B-603CE098FF8E}" destId="{373CCAD0-1954-42CE-9E90-70F3C79AFDD6}" srcOrd="1" destOrd="0" presId="urn:microsoft.com/office/officeart/2005/8/layout/vList5"/>
    <dgm:cxn modelId="{AD8A5A2B-7B4F-41EC-938A-C8AB5120BAAA}" type="presParOf" srcId="{FA40212D-9729-4A91-A519-76A2606401D6}" destId="{79E95149-FF74-4498-BD09-63C1CFE3C99C}" srcOrd="3" destOrd="0" presId="urn:microsoft.com/office/officeart/2005/8/layout/vList5"/>
    <dgm:cxn modelId="{722A2423-C1A6-4E17-A35A-A1FC82639C98}" type="presParOf" srcId="{FA40212D-9729-4A91-A519-76A2606401D6}" destId="{40275686-2421-4E80-9D5E-5CACB891558B}" srcOrd="4" destOrd="0" presId="urn:microsoft.com/office/officeart/2005/8/layout/vList5"/>
    <dgm:cxn modelId="{B0289006-E6F6-4E62-BE71-385AC8F2FC76}" type="presParOf" srcId="{40275686-2421-4E80-9D5E-5CACB891558B}" destId="{7321C6AF-DDD6-4526-BAB3-6F15509E8FDD}" srcOrd="0" destOrd="0" presId="urn:microsoft.com/office/officeart/2005/8/layout/vList5"/>
    <dgm:cxn modelId="{C8514487-CDA1-4455-96F1-98DBE654AFDD}" type="presParOf" srcId="{40275686-2421-4E80-9D5E-5CACB891558B}" destId="{C1DDB985-4D53-4314-92FB-D2BC7BCEE195}" srcOrd="1" destOrd="0" presId="urn:microsoft.com/office/officeart/2005/8/layout/vList5"/>
    <dgm:cxn modelId="{BE045D01-D419-4B28-A020-B15389D35694}" type="presParOf" srcId="{FA40212D-9729-4A91-A519-76A2606401D6}" destId="{D0FA4D43-9E06-4CF5-9D89-F3775B520386}" srcOrd="5" destOrd="0" presId="urn:microsoft.com/office/officeart/2005/8/layout/vList5"/>
    <dgm:cxn modelId="{86783588-2678-417F-843D-0D0B9A8C3085}" type="presParOf" srcId="{FA40212D-9729-4A91-A519-76A2606401D6}" destId="{50A280BA-5889-45DF-877E-04390A5F5DDF}" srcOrd="6" destOrd="0" presId="urn:microsoft.com/office/officeart/2005/8/layout/vList5"/>
    <dgm:cxn modelId="{DC3C0887-3A94-4D2A-AD02-9B6B0939029F}" type="presParOf" srcId="{50A280BA-5889-45DF-877E-04390A5F5DDF}" destId="{D05F7F3D-0416-4246-9F95-6BF66425B4D8}" srcOrd="0" destOrd="0" presId="urn:microsoft.com/office/officeart/2005/8/layout/vList5"/>
    <dgm:cxn modelId="{04666264-8005-4F32-A028-5E4696682473}" type="presParOf" srcId="{50A280BA-5889-45DF-877E-04390A5F5DDF}" destId="{6898AB92-2232-461D-BC58-7414BA06C71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AB7D395-C15F-4D20-91DB-0F1D311943C5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C758C89-6501-40B9-A5C1-9F58D918AC46}">
      <dgm:prSet/>
      <dgm:spPr/>
      <dgm:t>
        <a:bodyPr/>
        <a:lstStyle/>
        <a:p>
          <a:r>
            <a:rPr lang="en-US"/>
            <a:t>Begin in consistent state</a:t>
          </a:r>
        </a:p>
      </dgm:t>
    </dgm:pt>
    <dgm:pt modelId="{484BFBB2-9B81-4BD1-8029-33A7299B12D9}" type="parTrans" cxnId="{D17673BE-6F19-44D6-B914-6B3946826129}">
      <dgm:prSet/>
      <dgm:spPr/>
      <dgm:t>
        <a:bodyPr/>
        <a:lstStyle/>
        <a:p>
          <a:endParaRPr lang="en-US"/>
        </a:p>
      </dgm:t>
    </dgm:pt>
    <dgm:pt modelId="{46DA7953-BCF1-4C2F-8993-915E10990D96}" type="sibTrans" cxnId="{D17673BE-6F19-44D6-B914-6B3946826129}">
      <dgm:prSet/>
      <dgm:spPr/>
      <dgm:t>
        <a:bodyPr/>
        <a:lstStyle/>
        <a:p>
          <a:endParaRPr lang="en-US"/>
        </a:p>
      </dgm:t>
    </dgm:pt>
    <dgm:pt modelId="{C36D3A45-7388-4793-8379-5255336215E2}">
      <dgm:prSet/>
      <dgm:spPr/>
      <dgm:t>
        <a:bodyPr/>
        <a:lstStyle/>
        <a:p>
          <a:r>
            <a:rPr lang="en-US"/>
            <a:t>“Consistent” defined by specification</a:t>
          </a:r>
        </a:p>
      </dgm:t>
    </dgm:pt>
    <dgm:pt modelId="{FE6308C9-605D-42B6-8729-8A65C81A2697}" type="parTrans" cxnId="{13948FF0-C64B-42EE-9F82-46F851F8424C}">
      <dgm:prSet/>
      <dgm:spPr/>
      <dgm:t>
        <a:bodyPr/>
        <a:lstStyle/>
        <a:p>
          <a:endParaRPr lang="en-US"/>
        </a:p>
      </dgm:t>
    </dgm:pt>
    <dgm:pt modelId="{5FCB68EC-84B5-41CB-B2C8-56C9588E8111}" type="sibTrans" cxnId="{13948FF0-C64B-42EE-9F82-46F851F8424C}">
      <dgm:prSet/>
      <dgm:spPr/>
      <dgm:t>
        <a:bodyPr/>
        <a:lstStyle/>
        <a:p>
          <a:endParaRPr lang="en-US"/>
        </a:p>
      </dgm:t>
    </dgm:pt>
    <dgm:pt modelId="{BF35C8F9-3993-4C98-8F1A-D8E77851792E}">
      <dgm:prSet/>
      <dgm:spPr/>
      <dgm:t>
        <a:bodyPr/>
        <a:lstStyle/>
        <a:p>
          <a:r>
            <a:rPr lang="en-US"/>
            <a:t>Perform series of actions (</a:t>
          </a:r>
          <a:r>
            <a:rPr lang="en-US" i="1"/>
            <a:t>transaction</a:t>
          </a:r>
          <a:r>
            <a:rPr lang="en-US"/>
            <a:t>)</a:t>
          </a:r>
        </a:p>
      </dgm:t>
    </dgm:pt>
    <dgm:pt modelId="{405A3F14-D34D-4B44-917A-77C80BA0DD1B}" type="parTrans" cxnId="{6EDDD6A8-7E62-45A3-BDCF-111128F6C9FF}">
      <dgm:prSet/>
      <dgm:spPr/>
      <dgm:t>
        <a:bodyPr/>
        <a:lstStyle/>
        <a:p>
          <a:endParaRPr lang="en-US"/>
        </a:p>
      </dgm:t>
    </dgm:pt>
    <dgm:pt modelId="{0AB1CD49-AD7B-4ADB-AB4A-E3FD3E98FA95}" type="sibTrans" cxnId="{6EDDD6A8-7E62-45A3-BDCF-111128F6C9FF}">
      <dgm:prSet/>
      <dgm:spPr/>
      <dgm:t>
        <a:bodyPr/>
        <a:lstStyle/>
        <a:p>
          <a:endParaRPr lang="en-US"/>
        </a:p>
      </dgm:t>
    </dgm:pt>
    <dgm:pt modelId="{97782FA4-B7B5-4275-8DB3-D109F0D5EADA}">
      <dgm:prSet/>
      <dgm:spPr/>
      <dgm:t>
        <a:bodyPr/>
        <a:lstStyle/>
        <a:p>
          <a:r>
            <a:rPr lang="en-US"/>
            <a:t>Actions cannot be interrupted</a:t>
          </a:r>
        </a:p>
      </dgm:t>
    </dgm:pt>
    <dgm:pt modelId="{DC2ABECA-381C-4381-AEF2-A6B31744E2A5}" type="parTrans" cxnId="{5064448C-4DA9-4E1C-84B0-CAA457731BB6}">
      <dgm:prSet/>
      <dgm:spPr/>
      <dgm:t>
        <a:bodyPr/>
        <a:lstStyle/>
        <a:p>
          <a:endParaRPr lang="en-US"/>
        </a:p>
      </dgm:t>
    </dgm:pt>
    <dgm:pt modelId="{7107840F-0125-4842-AE1E-95D3F5C70B1E}" type="sibTrans" cxnId="{5064448C-4DA9-4E1C-84B0-CAA457731BB6}">
      <dgm:prSet/>
      <dgm:spPr/>
      <dgm:t>
        <a:bodyPr/>
        <a:lstStyle/>
        <a:p>
          <a:endParaRPr lang="en-US"/>
        </a:p>
      </dgm:t>
    </dgm:pt>
    <dgm:pt modelId="{208CA20D-7057-4981-AA24-66D2A1EF29C5}">
      <dgm:prSet/>
      <dgm:spPr/>
      <dgm:t>
        <a:bodyPr/>
        <a:lstStyle/>
        <a:p>
          <a:r>
            <a:rPr lang="en-US"/>
            <a:t>If actions complete, system in consistent state</a:t>
          </a:r>
        </a:p>
      </dgm:t>
    </dgm:pt>
    <dgm:pt modelId="{21315FC0-B7B4-4C81-93F8-D01C15775754}" type="parTrans" cxnId="{F2EB76EE-E279-482F-9C17-555EE8F76C41}">
      <dgm:prSet/>
      <dgm:spPr/>
      <dgm:t>
        <a:bodyPr/>
        <a:lstStyle/>
        <a:p>
          <a:endParaRPr lang="en-US"/>
        </a:p>
      </dgm:t>
    </dgm:pt>
    <dgm:pt modelId="{15E23D24-9A72-40D7-9B49-3B3B1DB7798C}" type="sibTrans" cxnId="{F2EB76EE-E279-482F-9C17-555EE8F76C41}">
      <dgm:prSet/>
      <dgm:spPr/>
      <dgm:t>
        <a:bodyPr/>
        <a:lstStyle/>
        <a:p>
          <a:endParaRPr lang="en-US"/>
        </a:p>
      </dgm:t>
    </dgm:pt>
    <dgm:pt modelId="{6A552608-5585-47BB-B4E3-CCD68B7F7570}">
      <dgm:prSet/>
      <dgm:spPr/>
      <dgm:t>
        <a:bodyPr/>
        <a:lstStyle/>
        <a:p>
          <a:r>
            <a:rPr lang="en-US"/>
            <a:t>If actions do not complete, system reverts to beginning (consistent) state</a:t>
          </a:r>
        </a:p>
      </dgm:t>
    </dgm:pt>
    <dgm:pt modelId="{25C1C052-EA52-438D-88D3-A6F5E2480CB8}" type="parTrans" cxnId="{19C74EE8-CEB4-4AA2-A0B0-6835221D29DD}">
      <dgm:prSet/>
      <dgm:spPr/>
      <dgm:t>
        <a:bodyPr/>
        <a:lstStyle/>
        <a:p>
          <a:endParaRPr lang="en-US"/>
        </a:p>
      </dgm:t>
    </dgm:pt>
    <dgm:pt modelId="{50F936A0-9958-471F-8AB1-882AF256C726}" type="sibTrans" cxnId="{19C74EE8-CEB4-4AA2-A0B0-6835221D29DD}">
      <dgm:prSet/>
      <dgm:spPr/>
      <dgm:t>
        <a:bodyPr/>
        <a:lstStyle/>
        <a:p>
          <a:endParaRPr lang="en-US"/>
        </a:p>
      </dgm:t>
    </dgm:pt>
    <dgm:pt modelId="{A330B75D-946F-43FF-93EE-1605DD9734F1}" type="pres">
      <dgm:prSet presAssocID="{8AB7D395-C15F-4D20-91DB-0F1D311943C5}" presName="Name0" presStyleCnt="0">
        <dgm:presLayoutVars>
          <dgm:dir/>
          <dgm:animLvl val="lvl"/>
          <dgm:resizeHandles val="exact"/>
        </dgm:presLayoutVars>
      </dgm:prSet>
      <dgm:spPr/>
    </dgm:pt>
    <dgm:pt modelId="{716CC1E5-8055-4C1E-95C5-AB995A371A19}" type="pres">
      <dgm:prSet presAssocID="{9C758C89-6501-40B9-A5C1-9F58D918AC46}" presName="composite" presStyleCnt="0"/>
      <dgm:spPr/>
    </dgm:pt>
    <dgm:pt modelId="{A7B9DC4F-D614-4F63-A297-A744A3FBC65F}" type="pres">
      <dgm:prSet presAssocID="{9C758C89-6501-40B9-A5C1-9F58D918AC46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50D398C-EB67-43FD-8862-C5B845A8B326}" type="pres">
      <dgm:prSet presAssocID="{9C758C89-6501-40B9-A5C1-9F58D918AC46}" presName="desTx" presStyleLbl="alignAccFollowNode1" presStyleIdx="0" presStyleCnt="2">
        <dgm:presLayoutVars>
          <dgm:bulletEnabled val="1"/>
        </dgm:presLayoutVars>
      </dgm:prSet>
      <dgm:spPr/>
    </dgm:pt>
    <dgm:pt modelId="{2B9A43C4-7171-4E92-BFAD-46F7B7B2288D}" type="pres">
      <dgm:prSet presAssocID="{46DA7953-BCF1-4C2F-8993-915E10990D96}" presName="space" presStyleCnt="0"/>
      <dgm:spPr/>
    </dgm:pt>
    <dgm:pt modelId="{40F54A59-F4DD-4DA8-8005-89208FC41788}" type="pres">
      <dgm:prSet presAssocID="{BF35C8F9-3993-4C98-8F1A-D8E77851792E}" presName="composite" presStyleCnt="0"/>
      <dgm:spPr/>
    </dgm:pt>
    <dgm:pt modelId="{80E02CDF-DFDD-42F5-B0CD-3745732AD126}" type="pres">
      <dgm:prSet presAssocID="{BF35C8F9-3993-4C98-8F1A-D8E77851792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C3E1779-60E7-4880-929F-28707116FB6F}" type="pres">
      <dgm:prSet presAssocID="{BF35C8F9-3993-4C98-8F1A-D8E77851792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0B54C2B-40F9-4DB4-BEA8-3ED6FA534310}" type="presOf" srcId="{9C758C89-6501-40B9-A5C1-9F58D918AC46}" destId="{A7B9DC4F-D614-4F63-A297-A744A3FBC65F}" srcOrd="0" destOrd="0" presId="urn:microsoft.com/office/officeart/2005/8/layout/hList1"/>
    <dgm:cxn modelId="{00BE7071-82B9-4ED5-9698-ED386B83B093}" type="presOf" srcId="{BF35C8F9-3993-4C98-8F1A-D8E77851792E}" destId="{80E02CDF-DFDD-42F5-B0CD-3745732AD126}" srcOrd="0" destOrd="0" presId="urn:microsoft.com/office/officeart/2005/8/layout/hList1"/>
    <dgm:cxn modelId="{1D6EEF78-640A-446E-ACC0-8526DF9B2FD5}" type="presOf" srcId="{6A552608-5585-47BB-B4E3-CCD68B7F7570}" destId="{AC3E1779-60E7-4880-929F-28707116FB6F}" srcOrd="0" destOrd="2" presId="urn:microsoft.com/office/officeart/2005/8/layout/hList1"/>
    <dgm:cxn modelId="{31D49F80-0C5D-4F19-8B5B-0BE026BDA3B0}" type="presOf" srcId="{C36D3A45-7388-4793-8379-5255336215E2}" destId="{050D398C-EB67-43FD-8862-C5B845A8B326}" srcOrd="0" destOrd="0" presId="urn:microsoft.com/office/officeart/2005/8/layout/hList1"/>
    <dgm:cxn modelId="{96DCFD82-439D-491F-A7E0-C92E85A66365}" type="presOf" srcId="{8AB7D395-C15F-4D20-91DB-0F1D311943C5}" destId="{A330B75D-946F-43FF-93EE-1605DD9734F1}" srcOrd="0" destOrd="0" presId="urn:microsoft.com/office/officeart/2005/8/layout/hList1"/>
    <dgm:cxn modelId="{5064448C-4DA9-4E1C-84B0-CAA457731BB6}" srcId="{BF35C8F9-3993-4C98-8F1A-D8E77851792E}" destId="{97782FA4-B7B5-4275-8DB3-D109F0D5EADA}" srcOrd="0" destOrd="0" parTransId="{DC2ABECA-381C-4381-AEF2-A6B31744E2A5}" sibTransId="{7107840F-0125-4842-AE1E-95D3F5C70B1E}"/>
    <dgm:cxn modelId="{6EDDD6A8-7E62-45A3-BDCF-111128F6C9FF}" srcId="{8AB7D395-C15F-4D20-91DB-0F1D311943C5}" destId="{BF35C8F9-3993-4C98-8F1A-D8E77851792E}" srcOrd="1" destOrd="0" parTransId="{405A3F14-D34D-4B44-917A-77C80BA0DD1B}" sibTransId="{0AB1CD49-AD7B-4ADB-AB4A-E3FD3E98FA95}"/>
    <dgm:cxn modelId="{7D4319BB-9915-41D5-A162-B14B09B191D3}" type="presOf" srcId="{208CA20D-7057-4981-AA24-66D2A1EF29C5}" destId="{AC3E1779-60E7-4880-929F-28707116FB6F}" srcOrd="0" destOrd="1" presId="urn:microsoft.com/office/officeart/2005/8/layout/hList1"/>
    <dgm:cxn modelId="{D17673BE-6F19-44D6-B914-6B3946826129}" srcId="{8AB7D395-C15F-4D20-91DB-0F1D311943C5}" destId="{9C758C89-6501-40B9-A5C1-9F58D918AC46}" srcOrd="0" destOrd="0" parTransId="{484BFBB2-9B81-4BD1-8029-33A7299B12D9}" sibTransId="{46DA7953-BCF1-4C2F-8993-915E10990D96}"/>
    <dgm:cxn modelId="{2DADBDCC-9AED-4BEB-B26C-81FF98C2011E}" type="presOf" srcId="{97782FA4-B7B5-4275-8DB3-D109F0D5EADA}" destId="{AC3E1779-60E7-4880-929F-28707116FB6F}" srcOrd="0" destOrd="0" presId="urn:microsoft.com/office/officeart/2005/8/layout/hList1"/>
    <dgm:cxn modelId="{19C74EE8-CEB4-4AA2-A0B0-6835221D29DD}" srcId="{BF35C8F9-3993-4C98-8F1A-D8E77851792E}" destId="{6A552608-5585-47BB-B4E3-CCD68B7F7570}" srcOrd="2" destOrd="0" parTransId="{25C1C052-EA52-438D-88D3-A6F5E2480CB8}" sibTransId="{50F936A0-9958-471F-8AB1-882AF256C726}"/>
    <dgm:cxn modelId="{F2EB76EE-E279-482F-9C17-555EE8F76C41}" srcId="{BF35C8F9-3993-4C98-8F1A-D8E77851792E}" destId="{208CA20D-7057-4981-AA24-66D2A1EF29C5}" srcOrd="1" destOrd="0" parTransId="{21315FC0-B7B4-4C81-93F8-D01C15775754}" sibTransId="{15E23D24-9A72-40D7-9B49-3B3B1DB7798C}"/>
    <dgm:cxn modelId="{13948FF0-C64B-42EE-9F82-46F851F8424C}" srcId="{9C758C89-6501-40B9-A5C1-9F58D918AC46}" destId="{C36D3A45-7388-4793-8379-5255336215E2}" srcOrd="0" destOrd="0" parTransId="{FE6308C9-605D-42B6-8729-8A65C81A2697}" sibTransId="{5FCB68EC-84B5-41CB-B2C8-56C9588E8111}"/>
    <dgm:cxn modelId="{AA649FB6-A7F2-4FE2-AA24-676EAA595824}" type="presParOf" srcId="{A330B75D-946F-43FF-93EE-1605DD9734F1}" destId="{716CC1E5-8055-4C1E-95C5-AB995A371A19}" srcOrd="0" destOrd="0" presId="urn:microsoft.com/office/officeart/2005/8/layout/hList1"/>
    <dgm:cxn modelId="{308C3819-E7E6-4869-866A-35FB750859E0}" type="presParOf" srcId="{716CC1E5-8055-4C1E-95C5-AB995A371A19}" destId="{A7B9DC4F-D614-4F63-A297-A744A3FBC65F}" srcOrd="0" destOrd="0" presId="urn:microsoft.com/office/officeart/2005/8/layout/hList1"/>
    <dgm:cxn modelId="{273CDA5C-953A-49C1-9BF5-C4B8A1C0C7BB}" type="presParOf" srcId="{716CC1E5-8055-4C1E-95C5-AB995A371A19}" destId="{050D398C-EB67-43FD-8862-C5B845A8B326}" srcOrd="1" destOrd="0" presId="urn:microsoft.com/office/officeart/2005/8/layout/hList1"/>
    <dgm:cxn modelId="{1E2E3804-4AC7-4D5D-86E5-EA4B77064482}" type="presParOf" srcId="{A330B75D-946F-43FF-93EE-1605DD9734F1}" destId="{2B9A43C4-7171-4E92-BFAD-46F7B7B2288D}" srcOrd="1" destOrd="0" presId="urn:microsoft.com/office/officeart/2005/8/layout/hList1"/>
    <dgm:cxn modelId="{00527AA5-F37C-4F32-8EF7-7A61D177AB09}" type="presParOf" srcId="{A330B75D-946F-43FF-93EE-1605DD9734F1}" destId="{40F54A59-F4DD-4DA8-8005-89208FC41788}" srcOrd="2" destOrd="0" presId="urn:microsoft.com/office/officeart/2005/8/layout/hList1"/>
    <dgm:cxn modelId="{E0FAC1DA-CB5B-4CD1-80FE-2B057A1F38A1}" type="presParOf" srcId="{40F54A59-F4DD-4DA8-8005-89208FC41788}" destId="{80E02CDF-DFDD-42F5-B0CD-3745732AD126}" srcOrd="0" destOrd="0" presId="urn:microsoft.com/office/officeart/2005/8/layout/hList1"/>
    <dgm:cxn modelId="{7BB3A1DF-2AC1-44FF-B59E-D69400FD495E}" type="presParOf" srcId="{40F54A59-F4DD-4DA8-8005-89208FC41788}" destId="{AC3E1779-60E7-4880-929F-28707116FB6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4C1215C-D3E7-4454-B0B6-B6725A73A1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D9D5C60-4CDE-42D8-B531-3D0B74DE7B9D}">
      <dgm:prSet/>
      <dgm:spPr/>
      <dgm:t>
        <a:bodyPr/>
        <a:lstStyle/>
        <a:p>
          <a:r>
            <a:rPr lang="en-US"/>
            <a:t>Administrator installs patch</a:t>
          </a:r>
        </a:p>
      </dgm:t>
    </dgm:pt>
    <dgm:pt modelId="{BB95E486-48C5-490E-B4E2-E263CE439CB0}" type="parTrans" cxnId="{54727F46-2F5D-4867-958E-40B00514FCC0}">
      <dgm:prSet/>
      <dgm:spPr/>
      <dgm:t>
        <a:bodyPr/>
        <a:lstStyle/>
        <a:p>
          <a:endParaRPr lang="en-US"/>
        </a:p>
      </dgm:t>
    </dgm:pt>
    <dgm:pt modelId="{FE546B95-DBE0-4200-B4FE-9254CD6D6816}" type="sibTrans" cxnId="{54727F46-2F5D-4867-958E-40B00514FCC0}">
      <dgm:prSet/>
      <dgm:spPr/>
      <dgm:t>
        <a:bodyPr/>
        <a:lstStyle/>
        <a:p>
          <a:endParaRPr lang="en-US"/>
        </a:p>
      </dgm:t>
    </dgm:pt>
    <dgm:pt modelId="{EC0AE617-997E-41AD-812E-297507B04003}">
      <dgm:prSet/>
      <dgm:spPr/>
      <dgm:t>
        <a:bodyPr/>
        <a:lstStyle/>
        <a:p>
          <a:r>
            <a:rPr lang="en-US"/>
            <a:t>Trusts patch came from vendor, not tampered with in transit</a:t>
          </a:r>
        </a:p>
      </dgm:t>
    </dgm:pt>
    <dgm:pt modelId="{A55C1CFF-387C-492C-B058-E72ADA2B0F35}" type="parTrans" cxnId="{1706B112-773A-4226-9131-97AF5286C389}">
      <dgm:prSet/>
      <dgm:spPr/>
      <dgm:t>
        <a:bodyPr/>
        <a:lstStyle/>
        <a:p>
          <a:endParaRPr lang="en-US"/>
        </a:p>
      </dgm:t>
    </dgm:pt>
    <dgm:pt modelId="{BB75CFF4-E47C-4B28-A529-75D2FD8BC899}" type="sibTrans" cxnId="{1706B112-773A-4226-9131-97AF5286C389}">
      <dgm:prSet/>
      <dgm:spPr/>
      <dgm:t>
        <a:bodyPr/>
        <a:lstStyle/>
        <a:p>
          <a:endParaRPr lang="en-US"/>
        </a:p>
      </dgm:t>
    </dgm:pt>
    <dgm:pt modelId="{5E226F2B-F878-432C-9871-8FC91B7B019B}">
      <dgm:prSet/>
      <dgm:spPr/>
      <dgm:t>
        <a:bodyPr/>
        <a:lstStyle/>
        <a:p>
          <a:r>
            <a:rPr lang="en-US"/>
            <a:t>Trusts vendor tested patch thoroughly</a:t>
          </a:r>
        </a:p>
      </dgm:t>
    </dgm:pt>
    <dgm:pt modelId="{B550F612-6EB9-40B8-99EE-29C802B61F5C}" type="parTrans" cxnId="{0BD9FDEE-59E3-408E-ABF4-33A0D49F869F}">
      <dgm:prSet/>
      <dgm:spPr/>
      <dgm:t>
        <a:bodyPr/>
        <a:lstStyle/>
        <a:p>
          <a:endParaRPr lang="en-US"/>
        </a:p>
      </dgm:t>
    </dgm:pt>
    <dgm:pt modelId="{AC1EC29C-4E67-4C56-BCC6-A8179CC8307B}" type="sibTrans" cxnId="{0BD9FDEE-59E3-408E-ABF4-33A0D49F869F}">
      <dgm:prSet/>
      <dgm:spPr/>
      <dgm:t>
        <a:bodyPr/>
        <a:lstStyle/>
        <a:p>
          <a:endParaRPr lang="en-US"/>
        </a:p>
      </dgm:t>
    </dgm:pt>
    <dgm:pt modelId="{C3A35C99-7A2E-471F-9D10-44937A4C9ED4}">
      <dgm:prSet/>
      <dgm:spPr/>
      <dgm:t>
        <a:bodyPr/>
        <a:lstStyle/>
        <a:p>
          <a:r>
            <a:rPr lang="en-US"/>
            <a:t>Trusts vendor’s test environment corresponds to local environment</a:t>
          </a:r>
        </a:p>
      </dgm:t>
    </dgm:pt>
    <dgm:pt modelId="{1E32354C-4BF3-4F56-9C08-4F617CB7C2B5}" type="parTrans" cxnId="{8F9BB76B-9285-45D5-871E-D8EFCB20540D}">
      <dgm:prSet/>
      <dgm:spPr/>
      <dgm:t>
        <a:bodyPr/>
        <a:lstStyle/>
        <a:p>
          <a:endParaRPr lang="en-US"/>
        </a:p>
      </dgm:t>
    </dgm:pt>
    <dgm:pt modelId="{14094C8C-A8B8-4B07-A246-742C1D420FCA}" type="sibTrans" cxnId="{8F9BB76B-9285-45D5-871E-D8EFCB20540D}">
      <dgm:prSet/>
      <dgm:spPr/>
      <dgm:t>
        <a:bodyPr/>
        <a:lstStyle/>
        <a:p>
          <a:endParaRPr lang="en-US"/>
        </a:p>
      </dgm:t>
    </dgm:pt>
    <dgm:pt modelId="{D510E766-DF17-48FA-B449-3194A21E19EB}">
      <dgm:prSet/>
      <dgm:spPr/>
      <dgm:t>
        <a:bodyPr/>
        <a:lstStyle/>
        <a:p>
          <a:r>
            <a:rPr lang="en-US"/>
            <a:t>Trusts patch is installed correctly</a:t>
          </a:r>
        </a:p>
      </dgm:t>
    </dgm:pt>
    <dgm:pt modelId="{470E7FBA-3AC1-4FC3-9652-B049FEA0C9E7}" type="parTrans" cxnId="{F0A9069A-0C88-4700-9210-0C54F7B0D72F}">
      <dgm:prSet/>
      <dgm:spPr/>
      <dgm:t>
        <a:bodyPr/>
        <a:lstStyle/>
        <a:p>
          <a:endParaRPr lang="en-US"/>
        </a:p>
      </dgm:t>
    </dgm:pt>
    <dgm:pt modelId="{00E18822-2AE1-4CD3-B9EA-9A3FCD647E0B}" type="sibTrans" cxnId="{F0A9069A-0C88-4700-9210-0C54F7B0D72F}">
      <dgm:prSet/>
      <dgm:spPr/>
      <dgm:t>
        <a:bodyPr/>
        <a:lstStyle/>
        <a:p>
          <a:endParaRPr lang="en-US"/>
        </a:p>
      </dgm:t>
    </dgm:pt>
    <dgm:pt modelId="{BB203074-52EB-49E2-9804-17012585282E}" type="pres">
      <dgm:prSet presAssocID="{04C1215C-D3E7-4454-B0B6-B6725A73A1E5}" presName="linear" presStyleCnt="0">
        <dgm:presLayoutVars>
          <dgm:animLvl val="lvl"/>
          <dgm:resizeHandles val="exact"/>
        </dgm:presLayoutVars>
      </dgm:prSet>
      <dgm:spPr/>
    </dgm:pt>
    <dgm:pt modelId="{01D15FF0-6136-4BCE-AB5E-4E0E0E7FD9AA}" type="pres">
      <dgm:prSet presAssocID="{7D9D5C60-4CDE-42D8-B531-3D0B74DE7B9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0265089-7D1E-4C6E-A15E-475481F66874}" type="pres">
      <dgm:prSet presAssocID="{FE546B95-DBE0-4200-B4FE-9254CD6D6816}" presName="spacer" presStyleCnt="0"/>
      <dgm:spPr/>
    </dgm:pt>
    <dgm:pt modelId="{77C141E9-7FD0-4284-B588-0F447DB40B58}" type="pres">
      <dgm:prSet presAssocID="{EC0AE617-997E-41AD-812E-297507B0400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D05F5FA-76C9-4707-BB49-33B8008E0FE5}" type="pres">
      <dgm:prSet presAssocID="{BB75CFF4-E47C-4B28-A529-75D2FD8BC899}" presName="spacer" presStyleCnt="0"/>
      <dgm:spPr/>
    </dgm:pt>
    <dgm:pt modelId="{FDC80B0E-FBF8-4C75-A965-BF0C6A568AB2}" type="pres">
      <dgm:prSet presAssocID="{5E226F2B-F878-432C-9871-8FC91B7B019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B4E200D-33C0-4C8B-947E-AFB19A353767}" type="pres">
      <dgm:prSet presAssocID="{AC1EC29C-4E67-4C56-BCC6-A8179CC8307B}" presName="spacer" presStyleCnt="0"/>
      <dgm:spPr/>
    </dgm:pt>
    <dgm:pt modelId="{CB4393A8-ECE9-471F-9772-52C8DEF9A1AF}" type="pres">
      <dgm:prSet presAssocID="{C3A35C99-7A2E-471F-9D10-44937A4C9ED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1284B82-0FD3-4D92-A5D3-A24F63B68192}" type="pres">
      <dgm:prSet presAssocID="{14094C8C-A8B8-4B07-A246-742C1D420FCA}" presName="spacer" presStyleCnt="0"/>
      <dgm:spPr/>
    </dgm:pt>
    <dgm:pt modelId="{8BDD9153-D3DB-4AD3-978D-9683692B12DB}" type="pres">
      <dgm:prSet presAssocID="{D510E766-DF17-48FA-B449-3194A21E19E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973FD07-ED04-4110-BF17-FE32D960DF1E}" type="presOf" srcId="{7D9D5C60-4CDE-42D8-B531-3D0B74DE7B9D}" destId="{01D15FF0-6136-4BCE-AB5E-4E0E0E7FD9AA}" srcOrd="0" destOrd="0" presId="urn:microsoft.com/office/officeart/2005/8/layout/vList2"/>
    <dgm:cxn modelId="{1706B112-773A-4226-9131-97AF5286C389}" srcId="{04C1215C-D3E7-4454-B0B6-B6725A73A1E5}" destId="{EC0AE617-997E-41AD-812E-297507B04003}" srcOrd="1" destOrd="0" parTransId="{A55C1CFF-387C-492C-B058-E72ADA2B0F35}" sibTransId="{BB75CFF4-E47C-4B28-A529-75D2FD8BC899}"/>
    <dgm:cxn modelId="{3D0C5B46-590E-4386-9092-3C2E9778CBB0}" type="presOf" srcId="{EC0AE617-997E-41AD-812E-297507B04003}" destId="{77C141E9-7FD0-4284-B588-0F447DB40B58}" srcOrd="0" destOrd="0" presId="urn:microsoft.com/office/officeart/2005/8/layout/vList2"/>
    <dgm:cxn modelId="{54727F46-2F5D-4867-958E-40B00514FCC0}" srcId="{04C1215C-D3E7-4454-B0B6-B6725A73A1E5}" destId="{7D9D5C60-4CDE-42D8-B531-3D0B74DE7B9D}" srcOrd="0" destOrd="0" parTransId="{BB95E486-48C5-490E-B4E2-E263CE439CB0}" sibTransId="{FE546B95-DBE0-4200-B4FE-9254CD6D6816}"/>
    <dgm:cxn modelId="{8F9BB76B-9285-45D5-871E-D8EFCB20540D}" srcId="{04C1215C-D3E7-4454-B0B6-B6725A73A1E5}" destId="{C3A35C99-7A2E-471F-9D10-44937A4C9ED4}" srcOrd="3" destOrd="0" parTransId="{1E32354C-4BF3-4F56-9C08-4F617CB7C2B5}" sibTransId="{14094C8C-A8B8-4B07-A246-742C1D420FCA}"/>
    <dgm:cxn modelId="{19CD0752-D52C-42EA-B651-F66B9B15822D}" type="presOf" srcId="{C3A35C99-7A2E-471F-9D10-44937A4C9ED4}" destId="{CB4393A8-ECE9-471F-9772-52C8DEF9A1AF}" srcOrd="0" destOrd="0" presId="urn:microsoft.com/office/officeart/2005/8/layout/vList2"/>
    <dgm:cxn modelId="{5222AD88-88DE-4EA7-BA35-9EC882F3F64A}" type="presOf" srcId="{D510E766-DF17-48FA-B449-3194A21E19EB}" destId="{8BDD9153-D3DB-4AD3-978D-9683692B12DB}" srcOrd="0" destOrd="0" presId="urn:microsoft.com/office/officeart/2005/8/layout/vList2"/>
    <dgm:cxn modelId="{75C35F97-44BF-4EC2-9BB5-9E44019C9F8F}" type="presOf" srcId="{04C1215C-D3E7-4454-B0B6-B6725A73A1E5}" destId="{BB203074-52EB-49E2-9804-17012585282E}" srcOrd="0" destOrd="0" presId="urn:microsoft.com/office/officeart/2005/8/layout/vList2"/>
    <dgm:cxn modelId="{F0A9069A-0C88-4700-9210-0C54F7B0D72F}" srcId="{04C1215C-D3E7-4454-B0B6-B6725A73A1E5}" destId="{D510E766-DF17-48FA-B449-3194A21E19EB}" srcOrd="4" destOrd="0" parTransId="{470E7FBA-3AC1-4FC3-9652-B049FEA0C9E7}" sibTransId="{00E18822-2AE1-4CD3-B9EA-9A3FCD647E0B}"/>
    <dgm:cxn modelId="{2DDB0EDA-F598-489A-875A-BDE107520A30}" type="presOf" srcId="{5E226F2B-F878-432C-9871-8FC91B7B019B}" destId="{FDC80B0E-FBF8-4C75-A965-BF0C6A568AB2}" srcOrd="0" destOrd="0" presId="urn:microsoft.com/office/officeart/2005/8/layout/vList2"/>
    <dgm:cxn modelId="{0BD9FDEE-59E3-408E-ABF4-33A0D49F869F}" srcId="{04C1215C-D3E7-4454-B0B6-B6725A73A1E5}" destId="{5E226F2B-F878-432C-9871-8FC91B7B019B}" srcOrd="2" destOrd="0" parTransId="{B550F612-6EB9-40B8-99EE-29C802B61F5C}" sibTransId="{AC1EC29C-4E67-4C56-BCC6-A8179CC8307B}"/>
    <dgm:cxn modelId="{126EF679-239D-43B9-9908-84385D37CA0D}" type="presParOf" srcId="{BB203074-52EB-49E2-9804-17012585282E}" destId="{01D15FF0-6136-4BCE-AB5E-4E0E0E7FD9AA}" srcOrd="0" destOrd="0" presId="urn:microsoft.com/office/officeart/2005/8/layout/vList2"/>
    <dgm:cxn modelId="{AB5C0E0D-CCCC-4A5F-B841-2BDAFDCAF05E}" type="presParOf" srcId="{BB203074-52EB-49E2-9804-17012585282E}" destId="{30265089-7D1E-4C6E-A15E-475481F66874}" srcOrd="1" destOrd="0" presId="urn:microsoft.com/office/officeart/2005/8/layout/vList2"/>
    <dgm:cxn modelId="{42118A35-26A6-4116-A87B-796B880A22D1}" type="presParOf" srcId="{BB203074-52EB-49E2-9804-17012585282E}" destId="{77C141E9-7FD0-4284-B588-0F447DB40B58}" srcOrd="2" destOrd="0" presId="urn:microsoft.com/office/officeart/2005/8/layout/vList2"/>
    <dgm:cxn modelId="{EF56C334-5F80-4287-BBE2-D6E01FEA8C4D}" type="presParOf" srcId="{BB203074-52EB-49E2-9804-17012585282E}" destId="{BD05F5FA-76C9-4707-BB49-33B8008E0FE5}" srcOrd="3" destOrd="0" presId="urn:microsoft.com/office/officeart/2005/8/layout/vList2"/>
    <dgm:cxn modelId="{C5F4437A-3E77-4B1C-A170-1AF404A32767}" type="presParOf" srcId="{BB203074-52EB-49E2-9804-17012585282E}" destId="{FDC80B0E-FBF8-4C75-A965-BF0C6A568AB2}" srcOrd="4" destOrd="0" presId="urn:microsoft.com/office/officeart/2005/8/layout/vList2"/>
    <dgm:cxn modelId="{A5ADB13A-F8E5-4E90-AD35-25AF8D62BAD4}" type="presParOf" srcId="{BB203074-52EB-49E2-9804-17012585282E}" destId="{3B4E200D-33C0-4C8B-947E-AFB19A353767}" srcOrd="5" destOrd="0" presId="urn:microsoft.com/office/officeart/2005/8/layout/vList2"/>
    <dgm:cxn modelId="{2A4BA270-C701-4FEB-8C08-5C9D8199D975}" type="presParOf" srcId="{BB203074-52EB-49E2-9804-17012585282E}" destId="{CB4393A8-ECE9-471F-9772-52C8DEF9A1AF}" srcOrd="6" destOrd="0" presId="urn:microsoft.com/office/officeart/2005/8/layout/vList2"/>
    <dgm:cxn modelId="{A0E5B1A1-E428-4C45-AD4A-778516AAED8C}" type="presParOf" srcId="{BB203074-52EB-49E2-9804-17012585282E}" destId="{91284B82-0FD3-4D92-A5D3-A24F63B68192}" srcOrd="7" destOrd="0" presId="urn:microsoft.com/office/officeart/2005/8/layout/vList2"/>
    <dgm:cxn modelId="{D65602CA-C1C4-40A2-AA3D-D26A9B388735}" type="presParOf" srcId="{BB203074-52EB-49E2-9804-17012585282E}" destId="{8BDD9153-D3DB-4AD3-978D-9683692B12D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AB6353D-96F8-4C83-AAEE-44339C0F8BB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32674B0-9E3C-4838-9FA8-8A8773183CD5}">
      <dgm:prSet/>
      <dgm:spPr/>
      <dgm:t>
        <a:bodyPr/>
        <a:lstStyle/>
        <a:p>
          <a:r>
            <a:rPr lang="en-US"/>
            <a:t>Gives formal mathematical proof that given input </a:t>
          </a:r>
          <a:r>
            <a:rPr lang="en-US" i="1"/>
            <a:t>i</a:t>
          </a:r>
          <a:r>
            <a:rPr lang="en-US"/>
            <a:t>, program </a:t>
          </a:r>
          <a:r>
            <a:rPr lang="en-US" i="1"/>
            <a:t>P</a:t>
          </a:r>
          <a:r>
            <a:rPr lang="en-US"/>
            <a:t> produces output </a:t>
          </a:r>
          <a:r>
            <a:rPr lang="en-US" i="1"/>
            <a:t>o</a:t>
          </a:r>
          <a:r>
            <a:rPr lang="en-US"/>
            <a:t> as specified</a:t>
          </a:r>
        </a:p>
      </dgm:t>
    </dgm:pt>
    <dgm:pt modelId="{3E1827FB-AB48-44C0-99DA-FDDAA83FDBCF}" type="parTrans" cxnId="{9FBFA8CF-7E92-4744-9F2F-9BE568C7B1CE}">
      <dgm:prSet/>
      <dgm:spPr/>
      <dgm:t>
        <a:bodyPr/>
        <a:lstStyle/>
        <a:p>
          <a:endParaRPr lang="en-US"/>
        </a:p>
      </dgm:t>
    </dgm:pt>
    <dgm:pt modelId="{2FC27E65-30C8-4AC4-8A63-0DC3ED14417B}" type="sibTrans" cxnId="{9FBFA8CF-7E92-4744-9F2F-9BE568C7B1CE}">
      <dgm:prSet/>
      <dgm:spPr/>
      <dgm:t>
        <a:bodyPr/>
        <a:lstStyle/>
        <a:p>
          <a:endParaRPr lang="en-US"/>
        </a:p>
      </dgm:t>
    </dgm:pt>
    <dgm:pt modelId="{897DDDA4-6A19-4C4F-AFA8-0A141CF505AF}">
      <dgm:prSet/>
      <dgm:spPr/>
      <dgm:t>
        <a:bodyPr/>
        <a:lstStyle/>
        <a:p>
          <a:r>
            <a:rPr lang="en-US"/>
            <a:t>Suppose a security-related program </a:t>
          </a:r>
          <a:r>
            <a:rPr lang="en-US" i="1"/>
            <a:t>S</a:t>
          </a:r>
          <a:r>
            <a:rPr lang="en-US"/>
            <a:t> formally verified to work with operating system </a:t>
          </a:r>
          <a:r>
            <a:rPr lang="en-US" i="1"/>
            <a:t>O</a:t>
          </a:r>
          <a:endParaRPr lang="en-US"/>
        </a:p>
      </dgm:t>
    </dgm:pt>
    <dgm:pt modelId="{02F1E608-15D1-4ED0-B9AB-7D41A2BCC4B6}" type="parTrans" cxnId="{9A7619AC-D2C8-4D5E-B5C7-207456274C84}">
      <dgm:prSet/>
      <dgm:spPr/>
      <dgm:t>
        <a:bodyPr/>
        <a:lstStyle/>
        <a:p>
          <a:endParaRPr lang="en-US"/>
        </a:p>
      </dgm:t>
    </dgm:pt>
    <dgm:pt modelId="{E3F52005-802A-4085-BC28-B3146DDC1DD5}" type="sibTrans" cxnId="{9A7619AC-D2C8-4D5E-B5C7-207456274C84}">
      <dgm:prSet/>
      <dgm:spPr/>
      <dgm:t>
        <a:bodyPr/>
        <a:lstStyle/>
        <a:p>
          <a:endParaRPr lang="en-US"/>
        </a:p>
      </dgm:t>
    </dgm:pt>
    <dgm:pt modelId="{109A21D1-3A17-44E3-8B40-0E41B1FEDA95}">
      <dgm:prSet/>
      <dgm:spPr/>
      <dgm:t>
        <a:bodyPr/>
        <a:lstStyle/>
        <a:p>
          <a:r>
            <a:rPr lang="en-US"/>
            <a:t>What are the assumptions?</a:t>
          </a:r>
        </a:p>
      </dgm:t>
    </dgm:pt>
    <dgm:pt modelId="{D031699E-8A52-4DD5-9C26-F4EA871584D7}" type="parTrans" cxnId="{322478C8-7841-4D2E-9690-80A49268570C}">
      <dgm:prSet/>
      <dgm:spPr/>
      <dgm:t>
        <a:bodyPr/>
        <a:lstStyle/>
        <a:p>
          <a:endParaRPr lang="en-US"/>
        </a:p>
      </dgm:t>
    </dgm:pt>
    <dgm:pt modelId="{843C2BBC-034B-43B2-847A-58F47F0BB5F0}" type="sibTrans" cxnId="{322478C8-7841-4D2E-9690-80A49268570C}">
      <dgm:prSet/>
      <dgm:spPr/>
      <dgm:t>
        <a:bodyPr/>
        <a:lstStyle/>
        <a:p>
          <a:endParaRPr lang="en-US"/>
        </a:p>
      </dgm:t>
    </dgm:pt>
    <dgm:pt modelId="{5B1ECB40-50B4-43FB-9E6B-726E77CF98E7}" type="pres">
      <dgm:prSet presAssocID="{6AB6353D-96F8-4C83-AAEE-44339C0F8BB6}" presName="root" presStyleCnt="0">
        <dgm:presLayoutVars>
          <dgm:dir/>
          <dgm:resizeHandles val="exact"/>
        </dgm:presLayoutVars>
      </dgm:prSet>
      <dgm:spPr/>
    </dgm:pt>
    <dgm:pt modelId="{093401E3-CAD0-4C25-ACCB-DDC7495ECF34}" type="pres">
      <dgm:prSet presAssocID="{732674B0-9E3C-4838-9FA8-8A8773183CD5}" presName="compNode" presStyleCnt="0"/>
      <dgm:spPr/>
    </dgm:pt>
    <dgm:pt modelId="{7550E6B2-4DB1-454B-9B8B-028B6CDE1F86}" type="pres">
      <dgm:prSet presAssocID="{732674B0-9E3C-4838-9FA8-8A8773183CD5}" presName="bgRect" presStyleLbl="bgShp" presStyleIdx="0" presStyleCnt="3"/>
      <dgm:spPr/>
    </dgm:pt>
    <dgm:pt modelId="{559FAFD2-1A3A-4FA6-801B-342ADE31BD90}" type="pres">
      <dgm:prSet presAssocID="{732674B0-9E3C-4838-9FA8-8A8773183CD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1E1348A-949E-4637-9EDF-781B5A06A56B}" type="pres">
      <dgm:prSet presAssocID="{732674B0-9E3C-4838-9FA8-8A8773183CD5}" presName="spaceRect" presStyleCnt="0"/>
      <dgm:spPr/>
    </dgm:pt>
    <dgm:pt modelId="{9ACE8B4B-2652-4075-B996-E18C3B191F8C}" type="pres">
      <dgm:prSet presAssocID="{732674B0-9E3C-4838-9FA8-8A8773183CD5}" presName="parTx" presStyleLbl="revTx" presStyleIdx="0" presStyleCnt="3">
        <dgm:presLayoutVars>
          <dgm:chMax val="0"/>
          <dgm:chPref val="0"/>
        </dgm:presLayoutVars>
      </dgm:prSet>
      <dgm:spPr/>
    </dgm:pt>
    <dgm:pt modelId="{211DE8D1-BBF7-471E-B6FE-C10FD41FABCB}" type="pres">
      <dgm:prSet presAssocID="{2FC27E65-30C8-4AC4-8A63-0DC3ED14417B}" presName="sibTrans" presStyleCnt="0"/>
      <dgm:spPr/>
    </dgm:pt>
    <dgm:pt modelId="{BF7A24F6-0862-48A1-8A18-1FDD5BA9EF56}" type="pres">
      <dgm:prSet presAssocID="{897DDDA4-6A19-4C4F-AFA8-0A141CF505AF}" presName="compNode" presStyleCnt="0"/>
      <dgm:spPr/>
    </dgm:pt>
    <dgm:pt modelId="{3A7741C6-46D7-4C45-923D-D49ED7CA26A7}" type="pres">
      <dgm:prSet presAssocID="{897DDDA4-6A19-4C4F-AFA8-0A141CF505AF}" presName="bgRect" presStyleLbl="bgShp" presStyleIdx="1" presStyleCnt="3"/>
      <dgm:spPr/>
    </dgm:pt>
    <dgm:pt modelId="{48EE9988-45B2-487E-8DA0-A490FD7D4E48}" type="pres">
      <dgm:prSet presAssocID="{897DDDA4-6A19-4C4F-AFA8-0A141CF505A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936731C-DC85-430E-ADD2-2DE1FB53575B}" type="pres">
      <dgm:prSet presAssocID="{897DDDA4-6A19-4C4F-AFA8-0A141CF505AF}" presName="spaceRect" presStyleCnt="0"/>
      <dgm:spPr/>
    </dgm:pt>
    <dgm:pt modelId="{392DDFC3-5990-455C-8F52-BDC6DE14804B}" type="pres">
      <dgm:prSet presAssocID="{897DDDA4-6A19-4C4F-AFA8-0A141CF505AF}" presName="parTx" presStyleLbl="revTx" presStyleIdx="1" presStyleCnt="3">
        <dgm:presLayoutVars>
          <dgm:chMax val="0"/>
          <dgm:chPref val="0"/>
        </dgm:presLayoutVars>
      </dgm:prSet>
      <dgm:spPr/>
    </dgm:pt>
    <dgm:pt modelId="{0889450D-F571-4703-8576-07610810D855}" type="pres">
      <dgm:prSet presAssocID="{E3F52005-802A-4085-BC28-B3146DDC1DD5}" presName="sibTrans" presStyleCnt="0"/>
      <dgm:spPr/>
    </dgm:pt>
    <dgm:pt modelId="{2A7F02D0-7A7A-4EA6-83AA-C2246BADE2BD}" type="pres">
      <dgm:prSet presAssocID="{109A21D1-3A17-44E3-8B40-0E41B1FEDA95}" presName="compNode" presStyleCnt="0"/>
      <dgm:spPr/>
    </dgm:pt>
    <dgm:pt modelId="{D87DCC0D-C2AC-443D-8B60-7B0DA4A5DC80}" type="pres">
      <dgm:prSet presAssocID="{109A21D1-3A17-44E3-8B40-0E41B1FEDA95}" presName="bgRect" presStyleLbl="bgShp" presStyleIdx="2" presStyleCnt="3"/>
      <dgm:spPr/>
    </dgm:pt>
    <dgm:pt modelId="{C320FD29-2845-4E3F-966D-98BA236D9720}" type="pres">
      <dgm:prSet presAssocID="{109A21D1-3A17-44E3-8B40-0E41B1FEDA9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7326FEBB-35E6-4D66-9873-11D53FC08B18}" type="pres">
      <dgm:prSet presAssocID="{109A21D1-3A17-44E3-8B40-0E41B1FEDA95}" presName="spaceRect" presStyleCnt="0"/>
      <dgm:spPr/>
    </dgm:pt>
    <dgm:pt modelId="{8E354050-2F76-4FCE-A712-24FC8CD0070B}" type="pres">
      <dgm:prSet presAssocID="{109A21D1-3A17-44E3-8B40-0E41B1FEDA9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C60740A-A5CC-4B91-9612-A8FC4A3280E3}" type="presOf" srcId="{732674B0-9E3C-4838-9FA8-8A8773183CD5}" destId="{9ACE8B4B-2652-4075-B996-E18C3B191F8C}" srcOrd="0" destOrd="0" presId="urn:microsoft.com/office/officeart/2018/2/layout/IconVerticalSolidList"/>
    <dgm:cxn modelId="{0D076A22-33F7-4C3C-B2FC-29531F4805C3}" type="presOf" srcId="{109A21D1-3A17-44E3-8B40-0E41B1FEDA95}" destId="{8E354050-2F76-4FCE-A712-24FC8CD0070B}" srcOrd="0" destOrd="0" presId="urn:microsoft.com/office/officeart/2018/2/layout/IconVerticalSolidList"/>
    <dgm:cxn modelId="{7B042427-E046-48EB-9DCA-2866E636BA29}" type="presOf" srcId="{897DDDA4-6A19-4C4F-AFA8-0A141CF505AF}" destId="{392DDFC3-5990-455C-8F52-BDC6DE14804B}" srcOrd="0" destOrd="0" presId="urn:microsoft.com/office/officeart/2018/2/layout/IconVerticalSolidList"/>
    <dgm:cxn modelId="{29FEDB4B-0347-4A78-9CD1-25D406BBF8BD}" type="presOf" srcId="{6AB6353D-96F8-4C83-AAEE-44339C0F8BB6}" destId="{5B1ECB40-50B4-43FB-9E6B-726E77CF98E7}" srcOrd="0" destOrd="0" presId="urn:microsoft.com/office/officeart/2018/2/layout/IconVerticalSolidList"/>
    <dgm:cxn modelId="{9A7619AC-D2C8-4D5E-B5C7-207456274C84}" srcId="{6AB6353D-96F8-4C83-AAEE-44339C0F8BB6}" destId="{897DDDA4-6A19-4C4F-AFA8-0A141CF505AF}" srcOrd="1" destOrd="0" parTransId="{02F1E608-15D1-4ED0-B9AB-7D41A2BCC4B6}" sibTransId="{E3F52005-802A-4085-BC28-B3146DDC1DD5}"/>
    <dgm:cxn modelId="{322478C8-7841-4D2E-9690-80A49268570C}" srcId="{6AB6353D-96F8-4C83-AAEE-44339C0F8BB6}" destId="{109A21D1-3A17-44E3-8B40-0E41B1FEDA95}" srcOrd="2" destOrd="0" parTransId="{D031699E-8A52-4DD5-9C26-F4EA871584D7}" sibTransId="{843C2BBC-034B-43B2-847A-58F47F0BB5F0}"/>
    <dgm:cxn modelId="{9FBFA8CF-7E92-4744-9F2F-9BE568C7B1CE}" srcId="{6AB6353D-96F8-4C83-AAEE-44339C0F8BB6}" destId="{732674B0-9E3C-4838-9FA8-8A8773183CD5}" srcOrd="0" destOrd="0" parTransId="{3E1827FB-AB48-44C0-99DA-FDDAA83FDBCF}" sibTransId="{2FC27E65-30C8-4AC4-8A63-0DC3ED14417B}"/>
    <dgm:cxn modelId="{5061CE45-5918-4892-BE76-56ECD0DADD42}" type="presParOf" srcId="{5B1ECB40-50B4-43FB-9E6B-726E77CF98E7}" destId="{093401E3-CAD0-4C25-ACCB-DDC7495ECF34}" srcOrd="0" destOrd="0" presId="urn:microsoft.com/office/officeart/2018/2/layout/IconVerticalSolidList"/>
    <dgm:cxn modelId="{DBBF0852-F516-42DF-BBE8-E3ED19236246}" type="presParOf" srcId="{093401E3-CAD0-4C25-ACCB-DDC7495ECF34}" destId="{7550E6B2-4DB1-454B-9B8B-028B6CDE1F86}" srcOrd="0" destOrd="0" presId="urn:microsoft.com/office/officeart/2018/2/layout/IconVerticalSolidList"/>
    <dgm:cxn modelId="{45CDDA31-7B78-480B-8EFF-373C2AD62829}" type="presParOf" srcId="{093401E3-CAD0-4C25-ACCB-DDC7495ECF34}" destId="{559FAFD2-1A3A-4FA6-801B-342ADE31BD90}" srcOrd="1" destOrd="0" presId="urn:microsoft.com/office/officeart/2018/2/layout/IconVerticalSolidList"/>
    <dgm:cxn modelId="{410EBD9C-397B-44F1-8BBB-42F7D4930990}" type="presParOf" srcId="{093401E3-CAD0-4C25-ACCB-DDC7495ECF34}" destId="{51E1348A-949E-4637-9EDF-781B5A06A56B}" srcOrd="2" destOrd="0" presId="urn:microsoft.com/office/officeart/2018/2/layout/IconVerticalSolidList"/>
    <dgm:cxn modelId="{31B143C0-BEEE-4CC5-A6E1-A3A52755288E}" type="presParOf" srcId="{093401E3-CAD0-4C25-ACCB-DDC7495ECF34}" destId="{9ACE8B4B-2652-4075-B996-E18C3B191F8C}" srcOrd="3" destOrd="0" presId="urn:microsoft.com/office/officeart/2018/2/layout/IconVerticalSolidList"/>
    <dgm:cxn modelId="{42AA9800-0E59-4CFE-BEA5-55BF82601A44}" type="presParOf" srcId="{5B1ECB40-50B4-43FB-9E6B-726E77CF98E7}" destId="{211DE8D1-BBF7-471E-B6FE-C10FD41FABCB}" srcOrd="1" destOrd="0" presId="urn:microsoft.com/office/officeart/2018/2/layout/IconVerticalSolidList"/>
    <dgm:cxn modelId="{68882F4A-5916-4702-955A-6994A2498A63}" type="presParOf" srcId="{5B1ECB40-50B4-43FB-9E6B-726E77CF98E7}" destId="{BF7A24F6-0862-48A1-8A18-1FDD5BA9EF56}" srcOrd="2" destOrd="0" presId="urn:microsoft.com/office/officeart/2018/2/layout/IconVerticalSolidList"/>
    <dgm:cxn modelId="{545D42CD-996C-44EA-B418-B9A7A23A797C}" type="presParOf" srcId="{BF7A24F6-0862-48A1-8A18-1FDD5BA9EF56}" destId="{3A7741C6-46D7-4C45-923D-D49ED7CA26A7}" srcOrd="0" destOrd="0" presId="urn:microsoft.com/office/officeart/2018/2/layout/IconVerticalSolidList"/>
    <dgm:cxn modelId="{E4D2B203-55C9-4DC6-9B50-4D0BC0B5D3FE}" type="presParOf" srcId="{BF7A24F6-0862-48A1-8A18-1FDD5BA9EF56}" destId="{48EE9988-45B2-487E-8DA0-A490FD7D4E48}" srcOrd="1" destOrd="0" presId="urn:microsoft.com/office/officeart/2018/2/layout/IconVerticalSolidList"/>
    <dgm:cxn modelId="{87FF31AD-C5BB-4C76-A189-C287D7C78D15}" type="presParOf" srcId="{BF7A24F6-0862-48A1-8A18-1FDD5BA9EF56}" destId="{D936731C-DC85-430E-ADD2-2DE1FB53575B}" srcOrd="2" destOrd="0" presId="urn:microsoft.com/office/officeart/2018/2/layout/IconVerticalSolidList"/>
    <dgm:cxn modelId="{16CE41D7-2502-44C6-9410-085DA46F0975}" type="presParOf" srcId="{BF7A24F6-0862-48A1-8A18-1FDD5BA9EF56}" destId="{392DDFC3-5990-455C-8F52-BDC6DE14804B}" srcOrd="3" destOrd="0" presId="urn:microsoft.com/office/officeart/2018/2/layout/IconVerticalSolidList"/>
    <dgm:cxn modelId="{D35AEBBD-7B77-4C02-925A-C12D81E72701}" type="presParOf" srcId="{5B1ECB40-50B4-43FB-9E6B-726E77CF98E7}" destId="{0889450D-F571-4703-8576-07610810D855}" srcOrd="3" destOrd="0" presId="urn:microsoft.com/office/officeart/2018/2/layout/IconVerticalSolidList"/>
    <dgm:cxn modelId="{5ABF8316-09D0-467A-BE3E-078CE609A7B6}" type="presParOf" srcId="{5B1ECB40-50B4-43FB-9E6B-726E77CF98E7}" destId="{2A7F02D0-7A7A-4EA6-83AA-C2246BADE2BD}" srcOrd="4" destOrd="0" presId="urn:microsoft.com/office/officeart/2018/2/layout/IconVerticalSolidList"/>
    <dgm:cxn modelId="{F3E7932D-CFE4-4498-8979-F5C3D00E3A05}" type="presParOf" srcId="{2A7F02D0-7A7A-4EA6-83AA-C2246BADE2BD}" destId="{D87DCC0D-C2AC-443D-8B60-7B0DA4A5DC80}" srcOrd="0" destOrd="0" presId="urn:microsoft.com/office/officeart/2018/2/layout/IconVerticalSolidList"/>
    <dgm:cxn modelId="{D64AD61B-A7DF-4AD6-A244-EAFF5425F22A}" type="presParOf" srcId="{2A7F02D0-7A7A-4EA6-83AA-C2246BADE2BD}" destId="{C320FD29-2845-4E3F-966D-98BA236D9720}" srcOrd="1" destOrd="0" presId="urn:microsoft.com/office/officeart/2018/2/layout/IconVerticalSolidList"/>
    <dgm:cxn modelId="{7F23D31D-ABDD-402D-8B15-D029030A59D6}" type="presParOf" srcId="{2A7F02D0-7A7A-4EA6-83AA-C2246BADE2BD}" destId="{7326FEBB-35E6-4D66-9873-11D53FC08B18}" srcOrd="2" destOrd="0" presId="urn:microsoft.com/office/officeart/2018/2/layout/IconVerticalSolidList"/>
    <dgm:cxn modelId="{92751B2C-4AC7-4839-93DE-AFEA58107571}" type="presParOf" srcId="{2A7F02D0-7A7A-4EA6-83AA-C2246BADE2BD}" destId="{8E354050-2F76-4FCE-A712-24FC8CD007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DDC4D62-DCF7-40FA-A625-41D8B20E1EB9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0B17777-DF9E-46AE-9A2A-A4210716711B}">
      <dgm:prSet custT="1"/>
      <dgm:spPr/>
      <dgm:t>
        <a:bodyPr/>
        <a:lstStyle/>
        <a:p>
          <a:r>
            <a:rPr lang="en-US" sz="2400" dirty="0"/>
            <a:t>Proof has no errors</a:t>
          </a:r>
        </a:p>
      </dgm:t>
    </dgm:pt>
    <dgm:pt modelId="{48C95836-765B-4508-9238-BCC3416C88AD}" type="parTrans" cxnId="{A7CC32DC-573C-46AA-B0F2-BA1780BA2BD3}">
      <dgm:prSet/>
      <dgm:spPr/>
      <dgm:t>
        <a:bodyPr/>
        <a:lstStyle/>
        <a:p>
          <a:endParaRPr lang="en-US"/>
        </a:p>
      </dgm:t>
    </dgm:pt>
    <dgm:pt modelId="{C074C976-4EE4-4F26-BC25-22720BE010C6}" type="sibTrans" cxnId="{A7CC32DC-573C-46AA-B0F2-BA1780BA2BD3}">
      <dgm:prSet/>
      <dgm:spPr/>
      <dgm:t>
        <a:bodyPr/>
        <a:lstStyle/>
        <a:p>
          <a:endParaRPr lang="en-US"/>
        </a:p>
      </dgm:t>
    </dgm:pt>
    <dgm:pt modelId="{103423C1-0019-4D5C-9D67-B8D7233D1CB7}">
      <dgm:prSet/>
      <dgm:spPr/>
      <dgm:t>
        <a:bodyPr/>
        <a:lstStyle/>
        <a:p>
          <a:r>
            <a:rPr lang="en-US"/>
            <a:t>Bugs in automated theorem provers</a:t>
          </a:r>
        </a:p>
      </dgm:t>
    </dgm:pt>
    <dgm:pt modelId="{4A24C90B-E5A8-462E-8C4C-E1A9580757C1}" type="parTrans" cxnId="{10E471A7-61C1-4F54-804F-8FC5F3C6E2BC}">
      <dgm:prSet/>
      <dgm:spPr/>
      <dgm:t>
        <a:bodyPr/>
        <a:lstStyle/>
        <a:p>
          <a:endParaRPr lang="en-US"/>
        </a:p>
      </dgm:t>
    </dgm:pt>
    <dgm:pt modelId="{B4A8AA82-49BA-4D5C-9144-8078BC5D609E}" type="sibTrans" cxnId="{10E471A7-61C1-4F54-804F-8FC5F3C6E2BC}">
      <dgm:prSet/>
      <dgm:spPr/>
      <dgm:t>
        <a:bodyPr/>
        <a:lstStyle/>
        <a:p>
          <a:endParaRPr lang="en-US"/>
        </a:p>
      </dgm:t>
    </dgm:pt>
    <dgm:pt modelId="{577F72C1-97AB-4591-B296-2F7229494268}">
      <dgm:prSet custT="1"/>
      <dgm:spPr/>
      <dgm:t>
        <a:bodyPr/>
        <a:lstStyle/>
        <a:p>
          <a:r>
            <a:rPr lang="en-US" sz="2400" dirty="0"/>
            <a:t>Preconditions hold in environment in which </a:t>
          </a:r>
          <a:r>
            <a:rPr lang="en-US" sz="2400" i="1" dirty="0"/>
            <a:t>S</a:t>
          </a:r>
          <a:r>
            <a:rPr lang="en-US" sz="2400" dirty="0"/>
            <a:t> is to be used</a:t>
          </a:r>
        </a:p>
      </dgm:t>
    </dgm:pt>
    <dgm:pt modelId="{CE36BA1C-E6C7-48E5-AAC5-2C1982DE6FBB}" type="parTrans" cxnId="{8BC5FB08-CB75-4849-89E8-E45B7BED6931}">
      <dgm:prSet/>
      <dgm:spPr/>
      <dgm:t>
        <a:bodyPr/>
        <a:lstStyle/>
        <a:p>
          <a:endParaRPr lang="en-US"/>
        </a:p>
      </dgm:t>
    </dgm:pt>
    <dgm:pt modelId="{BBDA99EF-5BE9-4D85-BB0B-14B5B0ED05D8}" type="sibTrans" cxnId="{8BC5FB08-CB75-4849-89E8-E45B7BED6931}">
      <dgm:prSet/>
      <dgm:spPr/>
      <dgm:t>
        <a:bodyPr/>
        <a:lstStyle/>
        <a:p>
          <a:endParaRPr lang="en-US"/>
        </a:p>
      </dgm:t>
    </dgm:pt>
    <dgm:pt modelId="{593B5885-010A-42FE-B9EE-D4DDF3D2164C}">
      <dgm:prSet custT="1"/>
      <dgm:spPr/>
      <dgm:t>
        <a:bodyPr/>
        <a:lstStyle/>
        <a:p>
          <a:r>
            <a:rPr lang="en-US" sz="2400" i="1" dirty="0"/>
            <a:t>S</a:t>
          </a:r>
          <a:r>
            <a:rPr lang="en-US" sz="2400" dirty="0"/>
            <a:t> transformed into executable </a:t>
          </a:r>
          <a:r>
            <a:rPr lang="en-US" sz="2400" i="1" dirty="0"/>
            <a:t>S</a:t>
          </a:r>
          <a:r>
            <a:rPr lang="en-US" sz="2400" i="1" dirty="0">
              <a:sym typeface="Symbol" panose="05050102010706020507" pitchFamily="18" charset="2"/>
            </a:rPr>
            <a:t></a:t>
          </a:r>
          <a:r>
            <a:rPr lang="en-US" sz="2400" dirty="0"/>
            <a:t> whose actions follow source code</a:t>
          </a:r>
        </a:p>
      </dgm:t>
    </dgm:pt>
    <dgm:pt modelId="{D92A6A3A-A4B8-4E70-A363-7D21FBBB5D07}" type="parTrans" cxnId="{1B5D9CD6-D119-4C05-B2F8-6B8A694365A1}">
      <dgm:prSet/>
      <dgm:spPr/>
      <dgm:t>
        <a:bodyPr/>
        <a:lstStyle/>
        <a:p>
          <a:endParaRPr lang="en-US"/>
        </a:p>
      </dgm:t>
    </dgm:pt>
    <dgm:pt modelId="{B3827734-0E39-44E8-91F6-A9DE041F9D0A}" type="sibTrans" cxnId="{1B5D9CD6-D119-4C05-B2F8-6B8A694365A1}">
      <dgm:prSet/>
      <dgm:spPr/>
      <dgm:t>
        <a:bodyPr/>
        <a:lstStyle/>
        <a:p>
          <a:endParaRPr lang="en-US"/>
        </a:p>
      </dgm:t>
    </dgm:pt>
    <dgm:pt modelId="{AB123BA3-BF61-4D1A-A3EF-6E3D61754491}">
      <dgm:prSet/>
      <dgm:spPr/>
      <dgm:t>
        <a:bodyPr/>
        <a:lstStyle/>
        <a:p>
          <a:r>
            <a:rPr lang="en-US"/>
            <a:t>Compiler bugs, linker/loader/library problems</a:t>
          </a:r>
        </a:p>
      </dgm:t>
    </dgm:pt>
    <dgm:pt modelId="{F67D83C0-A5A3-45B3-9DB2-F336AD836155}" type="parTrans" cxnId="{918B8D18-6BE9-47AA-81DC-2C07CA9463DF}">
      <dgm:prSet/>
      <dgm:spPr/>
      <dgm:t>
        <a:bodyPr/>
        <a:lstStyle/>
        <a:p>
          <a:endParaRPr lang="en-US"/>
        </a:p>
      </dgm:t>
    </dgm:pt>
    <dgm:pt modelId="{B431C2AD-6C0E-4AD6-B618-326F08A5C507}" type="sibTrans" cxnId="{918B8D18-6BE9-47AA-81DC-2C07CA9463DF}">
      <dgm:prSet/>
      <dgm:spPr/>
      <dgm:t>
        <a:bodyPr/>
        <a:lstStyle/>
        <a:p>
          <a:endParaRPr lang="en-US"/>
        </a:p>
      </dgm:t>
    </dgm:pt>
    <dgm:pt modelId="{C0A89C5A-638C-46D0-BBD3-7E3DC3EA6B11}">
      <dgm:prSet custT="1"/>
      <dgm:spPr/>
      <dgm:t>
        <a:bodyPr/>
        <a:lstStyle/>
        <a:p>
          <a:r>
            <a:rPr lang="en-US" sz="2400" dirty="0"/>
            <a:t>Hardware executes </a:t>
          </a:r>
          <a:r>
            <a:rPr lang="en-US" sz="2400" i="1" dirty="0"/>
            <a:t>S</a:t>
          </a:r>
          <a:r>
            <a:rPr lang="en-US" sz="2400" i="1" dirty="0">
              <a:sym typeface="Symbol" panose="05050102010706020507" pitchFamily="18" charset="2"/>
            </a:rPr>
            <a:t></a:t>
          </a:r>
          <a:r>
            <a:rPr lang="en-US" sz="2400" dirty="0"/>
            <a:t> as intended</a:t>
          </a:r>
        </a:p>
      </dgm:t>
    </dgm:pt>
    <dgm:pt modelId="{334F9008-D01F-4213-81B6-B506F19E5634}" type="parTrans" cxnId="{36C51570-6983-4C35-B52F-17F185B4F0CC}">
      <dgm:prSet/>
      <dgm:spPr/>
      <dgm:t>
        <a:bodyPr/>
        <a:lstStyle/>
        <a:p>
          <a:endParaRPr lang="en-US"/>
        </a:p>
      </dgm:t>
    </dgm:pt>
    <dgm:pt modelId="{6783456C-1F46-4C62-B6E5-173AB02875E5}" type="sibTrans" cxnId="{36C51570-6983-4C35-B52F-17F185B4F0CC}">
      <dgm:prSet/>
      <dgm:spPr/>
      <dgm:t>
        <a:bodyPr/>
        <a:lstStyle/>
        <a:p>
          <a:endParaRPr lang="en-US"/>
        </a:p>
      </dgm:t>
    </dgm:pt>
    <dgm:pt modelId="{CD46B3B0-918C-42B7-8DC8-308BBEE59278}">
      <dgm:prSet/>
      <dgm:spPr/>
      <dgm:t>
        <a:bodyPr/>
        <a:lstStyle/>
        <a:p>
          <a:r>
            <a:rPr lang="en-US" dirty="0"/>
            <a:t>Hardware bugs (</a:t>
          </a:r>
          <a:r>
            <a:rPr lang="en-US"/>
            <a:t>Pentium f00f </a:t>
          </a:r>
          <a:r>
            <a:rPr lang="en-US" dirty="0"/>
            <a:t>bug, for example)</a:t>
          </a:r>
        </a:p>
      </dgm:t>
    </dgm:pt>
    <dgm:pt modelId="{A5F1F2B9-8623-452D-89C7-33A28DC1CF1D}" type="parTrans" cxnId="{5CBBDABD-8160-4405-ABA3-840F93C121AE}">
      <dgm:prSet/>
      <dgm:spPr/>
      <dgm:t>
        <a:bodyPr/>
        <a:lstStyle/>
        <a:p>
          <a:endParaRPr lang="en-US"/>
        </a:p>
      </dgm:t>
    </dgm:pt>
    <dgm:pt modelId="{A0A72926-DD13-4507-B857-B353A499B8D5}" type="sibTrans" cxnId="{5CBBDABD-8160-4405-ABA3-840F93C121AE}">
      <dgm:prSet/>
      <dgm:spPr/>
      <dgm:t>
        <a:bodyPr/>
        <a:lstStyle/>
        <a:p>
          <a:endParaRPr lang="en-US"/>
        </a:p>
      </dgm:t>
    </dgm:pt>
    <dgm:pt modelId="{DDB39EEC-E290-4A88-8C68-0BFCD815A032}" type="pres">
      <dgm:prSet presAssocID="{DDDC4D62-DCF7-40FA-A625-41D8B20E1EB9}" presName="Name0" presStyleCnt="0">
        <dgm:presLayoutVars>
          <dgm:dir/>
          <dgm:animLvl val="lvl"/>
          <dgm:resizeHandles val="exact"/>
        </dgm:presLayoutVars>
      </dgm:prSet>
      <dgm:spPr/>
    </dgm:pt>
    <dgm:pt modelId="{C0322887-DC37-4683-83D6-0BA9A6A57BF8}" type="pres">
      <dgm:prSet presAssocID="{10B17777-DF9E-46AE-9A2A-A4210716711B}" presName="linNode" presStyleCnt="0"/>
      <dgm:spPr/>
    </dgm:pt>
    <dgm:pt modelId="{6A023420-52DC-4FD0-8C7B-15754CA9D343}" type="pres">
      <dgm:prSet presAssocID="{10B17777-DF9E-46AE-9A2A-A4210716711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08E3A471-0240-4EFC-BC18-25EF0990879B}" type="pres">
      <dgm:prSet presAssocID="{10B17777-DF9E-46AE-9A2A-A4210716711B}" presName="descendantText" presStyleLbl="alignAccFollowNode1" presStyleIdx="0" presStyleCnt="3">
        <dgm:presLayoutVars>
          <dgm:bulletEnabled val="1"/>
        </dgm:presLayoutVars>
      </dgm:prSet>
      <dgm:spPr/>
    </dgm:pt>
    <dgm:pt modelId="{07B328BF-952A-4201-9D6B-C1B174740E3A}" type="pres">
      <dgm:prSet presAssocID="{C074C976-4EE4-4F26-BC25-22720BE010C6}" presName="sp" presStyleCnt="0"/>
      <dgm:spPr/>
    </dgm:pt>
    <dgm:pt modelId="{642B118C-AF68-4E24-A47C-046BBE660C47}" type="pres">
      <dgm:prSet presAssocID="{577F72C1-97AB-4591-B296-2F7229494268}" presName="linNode" presStyleCnt="0"/>
      <dgm:spPr/>
    </dgm:pt>
    <dgm:pt modelId="{76E609D3-94E2-4699-8AED-0065D02CA519}" type="pres">
      <dgm:prSet presAssocID="{577F72C1-97AB-4591-B296-2F7229494268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2CBE9B15-89DC-4871-821B-AAFDDF85394C}" type="pres">
      <dgm:prSet presAssocID="{BBDA99EF-5BE9-4D85-BB0B-14B5B0ED05D8}" presName="sp" presStyleCnt="0"/>
      <dgm:spPr/>
    </dgm:pt>
    <dgm:pt modelId="{7B4BB297-7110-4183-92CC-F700C3BE076C}" type="pres">
      <dgm:prSet presAssocID="{593B5885-010A-42FE-B9EE-D4DDF3D2164C}" presName="linNode" presStyleCnt="0"/>
      <dgm:spPr/>
    </dgm:pt>
    <dgm:pt modelId="{6B9B5B36-059E-4198-A70D-BA1F000CC306}" type="pres">
      <dgm:prSet presAssocID="{593B5885-010A-42FE-B9EE-D4DDF3D2164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D384D3BA-0BFA-433A-B9CC-263FB84A42A5}" type="pres">
      <dgm:prSet presAssocID="{593B5885-010A-42FE-B9EE-D4DDF3D2164C}" presName="descendantText" presStyleLbl="alignAccFollowNode1" presStyleIdx="1" presStyleCnt="3">
        <dgm:presLayoutVars>
          <dgm:bulletEnabled val="1"/>
        </dgm:presLayoutVars>
      </dgm:prSet>
      <dgm:spPr/>
    </dgm:pt>
    <dgm:pt modelId="{17D3A1E9-639E-4303-8ABE-6AF22106CE29}" type="pres">
      <dgm:prSet presAssocID="{B3827734-0E39-44E8-91F6-A9DE041F9D0A}" presName="sp" presStyleCnt="0"/>
      <dgm:spPr/>
    </dgm:pt>
    <dgm:pt modelId="{F8276405-665B-4D9E-868E-7609E5FD1442}" type="pres">
      <dgm:prSet presAssocID="{C0A89C5A-638C-46D0-BBD3-7E3DC3EA6B11}" presName="linNode" presStyleCnt="0"/>
      <dgm:spPr/>
    </dgm:pt>
    <dgm:pt modelId="{CD635CD7-03CB-4506-A3FE-5D6DAB1BB796}" type="pres">
      <dgm:prSet presAssocID="{C0A89C5A-638C-46D0-BBD3-7E3DC3EA6B11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35812B8F-8E65-4F60-AEAC-1BF6B778C772}" type="pres">
      <dgm:prSet presAssocID="{C0A89C5A-638C-46D0-BBD3-7E3DC3EA6B1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BC5FB08-CB75-4849-89E8-E45B7BED6931}" srcId="{DDDC4D62-DCF7-40FA-A625-41D8B20E1EB9}" destId="{577F72C1-97AB-4591-B296-2F7229494268}" srcOrd="1" destOrd="0" parTransId="{CE36BA1C-E6C7-48E5-AAC5-2C1982DE6FBB}" sibTransId="{BBDA99EF-5BE9-4D85-BB0B-14B5B0ED05D8}"/>
    <dgm:cxn modelId="{918B8D18-6BE9-47AA-81DC-2C07CA9463DF}" srcId="{593B5885-010A-42FE-B9EE-D4DDF3D2164C}" destId="{AB123BA3-BF61-4D1A-A3EF-6E3D61754491}" srcOrd="0" destOrd="0" parTransId="{F67D83C0-A5A3-45B3-9DB2-F336AD836155}" sibTransId="{B431C2AD-6C0E-4AD6-B618-326F08A5C507}"/>
    <dgm:cxn modelId="{D7524124-07A9-4398-A76E-4079E540A24A}" type="presOf" srcId="{CD46B3B0-918C-42B7-8DC8-308BBEE59278}" destId="{35812B8F-8E65-4F60-AEAC-1BF6B778C772}" srcOrd="0" destOrd="0" presId="urn:microsoft.com/office/officeart/2005/8/layout/vList5"/>
    <dgm:cxn modelId="{8FBB074C-00FF-4B74-B172-E628D1BDE9F6}" type="presOf" srcId="{593B5885-010A-42FE-B9EE-D4DDF3D2164C}" destId="{6B9B5B36-059E-4198-A70D-BA1F000CC306}" srcOrd="0" destOrd="0" presId="urn:microsoft.com/office/officeart/2005/8/layout/vList5"/>
    <dgm:cxn modelId="{BD64426F-09FC-49A6-8DD4-F2749D4E6952}" type="presOf" srcId="{C0A89C5A-638C-46D0-BBD3-7E3DC3EA6B11}" destId="{CD635CD7-03CB-4506-A3FE-5D6DAB1BB796}" srcOrd="0" destOrd="0" presId="urn:microsoft.com/office/officeart/2005/8/layout/vList5"/>
    <dgm:cxn modelId="{36C51570-6983-4C35-B52F-17F185B4F0CC}" srcId="{DDDC4D62-DCF7-40FA-A625-41D8B20E1EB9}" destId="{C0A89C5A-638C-46D0-BBD3-7E3DC3EA6B11}" srcOrd="3" destOrd="0" parTransId="{334F9008-D01F-4213-81B6-B506F19E5634}" sibTransId="{6783456C-1F46-4C62-B6E5-173AB02875E5}"/>
    <dgm:cxn modelId="{EEB1368C-09C8-4927-A5AB-073620048B1A}" type="presOf" srcId="{DDDC4D62-DCF7-40FA-A625-41D8B20E1EB9}" destId="{DDB39EEC-E290-4A88-8C68-0BFCD815A032}" srcOrd="0" destOrd="0" presId="urn:microsoft.com/office/officeart/2005/8/layout/vList5"/>
    <dgm:cxn modelId="{66CFCE9E-94F7-4318-A706-8931D4FC0A19}" type="presOf" srcId="{10B17777-DF9E-46AE-9A2A-A4210716711B}" destId="{6A023420-52DC-4FD0-8C7B-15754CA9D343}" srcOrd="0" destOrd="0" presId="urn:microsoft.com/office/officeart/2005/8/layout/vList5"/>
    <dgm:cxn modelId="{10E471A7-61C1-4F54-804F-8FC5F3C6E2BC}" srcId="{10B17777-DF9E-46AE-9A2A-A4210716711B}" destId="{103423C1-0019-4D5C-9D67-B8D7233D1CB7}" srcOrd="0" destOrd="0" parTransId="{4A24C90B-E5A8-462E-8C4C-E1A9580757C1}" sibTransId="{B4A8AA82-49BA-4D5C-9144-8078BC5D609E}"/>
    <dgm:cxn modelId="{591454B2-A1DC-4F37-9BCE-DD3E717A9F22}" type="presOf" srcId="{103423C1-0019-4D5C-9D67-B8D7233D1CB7}" destId="{08E3A471-0240-4EFC-BC18-25EF0990879B}" srcOrd="0" destOrd="0" presId="urn:microsoft.com/office/officeart/2005/8/layout/vList5"/>
    <dgm:cxn modelId="{5CBBDABD-8160-4405-ABA3-840F93C121AE}" srcId="{C0A89C5A-638C-46D0-BBD3-7E3DC3EA6B11}" destId="{CD46B3B0-918C-42B7-8DC8-308BBEE59278}" srcOrd="0" destOrd="0" parTransId="{A5F1F2B9-8623-452D-89C7-33A28DC1CF1D}" sibTransId="{A0A72926-DD13-4507-B857-B353A499B8D5}"/>
    <dgm:cxn modelId="{1B5D9CD6-D119-4C05-B2F8-6B8A694365A1}" srcId="{DDDC4D62-DCF7-40FA-A625-41D8B20E1EB9}" destId="{593B5885-010A-42FE-B9EE-D4DDF3D2164C}" srcOrd="2" destOrd="0" parTransId="{D92A6A3A-A4B8-4E70-A363-7D21FBBB5D07}" sibTransId="{B3827734-0E39-44E8-91F6-A9DE041F9D0A}"/>
    <dgm:cxn modelId="{A7CC32DC-573C-46AA-B0F2-BA1780BA2BD3}" srcId="{DDDC4D62-DCF7-40FA-A625-41D8B20E1EB9}" destId="{10B17777-DF9E-46AE-9A2A-A4210716711B}" srcOrd="0" destOrd="0" parTransId="{48C95836-765B-4508-9238-BCC3416C88AD}" sibTransId="{C074C976-4EE4-4F26-BC25-22720BE010C6}"/>
    <dgm:cxn modelId="{D876AEE7-F820-4FD8-AB5E-030F6573F633}" type="presOf" srcId="{577F72C1-97AB-4591-B296-2F7229494268}" destId="{76E609D3-94E2-4699-8AED-0065D02CA519}" srcOrd="0" destOrd="0" presId="urn:microsoft.com/office/officeart/2005/8/layout/vList5"/>
    <dgm:cxn modelId="{9ADF44F5-0B38-46D4-BE2E-E71E019C039C}" type="presOf" srcId="{AB123BA3-BF61-4D1A-A3EF-6E3D61754491}" destId="{D384D3BA-0BFA-433A-B9CC-263FB84A42A5}" srcOrd="0" destOrd="0" presId="urn:microsoft.com/office/officeart/2005/8/layout/vList5"/>
    <dgm:cxn modelId="{07FA75C0-D215-406D-BA4A-C097CDDB0B4D}" type="presParOf" srcId="{DDB39EEC-E290-4A88-8C68-0BFCD815A032}" destId="{C0322887-DC37-4683-83D6-0BA9A6A57BF8}" srcOrd="0" destOrd="0" presId="urn:microsoft.com/office/officeart/2005/8/layout/vList5"/>
    <dgm:cxn modelId="{D3E91F0C-DD2E-4ED4-A519-477BE9637C3F}" type="presParOf" srcId="{C0322887-DC37-4683-83D6-0BA9A6A57BF8}" destId="{6A023420-52DC-4FD0-8C7B-15754CA9D343}" srcOrd="0" destOrd="0" presId="urn:microsoft.com/office/officeart/2005/8/layout/vList5"/>
    <dgm:cxn modelId="{EB8B523F-C2B3-4E0A-AF89-749D8A545237}" type="presParOf" srcId="{C0322887-DC37-4683-83D6-0BA9A6A57BF8}" destId="{08E3A471-0240-4EFC-BC18-25EF0990879B}" srcOrd="1" destOrd="0" presId="urn:microsoft.com/office/officeart/2005/8/layout/vList5"/>
    <dgm:cxn modelId="{FB8FC968-E76E-4EF6-9905-55D5B4BBBBBC}" type="presParOf" srcId="{DDB39EEC-E290-4A88-8C68-0BFCD815A032}" destId="{07B328BF-952A-4201-9D6B-C1B174740E3A}" srcOrd="1" destOrd="0" presId="urn:microsoft.com/office/officeart/2005/8/layout/vList5"/>
    <dgm:cxn modelId="{DE29C97C-191C-414C-BB67-BF6F797CE8AB}" type="presParOf" srcId="{DDB39EEC-E290-4A88-8C68-0BFCD815A032}" destId="{642B118C-AF68-4E24-A47C-046BBE660C47}" srcOrd="2" destOrd="0" presId="urn:microsoft.com/office/officeart/2005/8/layout/vList5"/>
    <dgm:cxn modelId="{07C472E8-CAFC-4348-8485-298BC032FF34}" type="presParOf" srcId="{642B118C-AF68-4E24-A47C-046BBE660C47}" destId="{76E609D3-94E2-4699-8AED-0065D02CA519}" srcOrd="0" destOrd="0" presId="urn:microsoft.com/office/officeart/2005/8/layout/vList5"/>
    <dgm:cxn modelId="{E4BB0533-C5D2-48B6-BE76-A6223FC13039}" type="presParOf" srcId="{DDB39EEC-E290-4A88-8C68-0BFCD815A032}" destId="{2CBE9B15-89DC-4871-821B-AAFDDF85394C}" srcOrd="3" destOrd="0" presId="urn:microsoft.com/office/officeart/2005/8/layout/vList5"/>
    <dgm:cxn modelId="{BC7CC37D-36C0-489E-A1B8-2F382DE37560}" type="presParOf" srcId="{DDB39EEC-E290-4A88-8C68-0BFCD815A032}" destId="{7B4BB297-7110-4183-92CC-F700C3BE076C}" srcOrd="4" destOrd="0" presId="urn:microsoft.com/office/officeart/2005/8/layout/vList5"/>
    <dgm:cxn modelId="{0DFCAB39-E8E6-4C54-BE55-AD1457EF7D41}" type="presParOf" srcId="{7B4BB297-7110-4183-92CC-F700C3BE076C}" destId="{6B9B5B36-059E-4198-A70D-BA1F000CC306}" srcOrd="0" destOrd="0" presId="urn:microsoft.com/office/officeart/2005/8/layout/vList5"/>
    <dgm:cxn modelId="{48E233FD-FB3D-46A3-A073-FBC823776F41}" type="presParOf" srcId="{7B4BB297-7110-4183-92CC-F700C3BE076C}" destId="{D384D3BA-0BFA-433A-B9CC-263FB84A42A5}" srcOrd="1" destOrd="0" presId="urn:microsoft.com/office/officeart/2005/8/layout/vList5"/>
    <dgm:cxn modelId="{53B0DF80-065C-48D8-A52F-A723462EA188}" type="presParOf" srcId="{DDB39EEC-E290-4A88-8C68-0BFCD815A032}" destId="{17D3A1E9-639E-4303-8ABE-6AF22106CE29}" srcOrd="5" destOrd="0" presId="urn:microsoft.com/office/officeart/2005/8/layout/vList5"/>
    <dgm:cxn modelId="{8A1C596B-6242-4319-925E-46C247D4278D}" type="presParOf" srcId="{DDB39EEC-E290-4A88-8C68-0BFCD815A032}" destId="{F8276405-665B-4D9E-868E-7609E5FD1442}" srcOrd="6" destOrd="0" presId="urn:microsoft.com/office/officeart/2005/8/layout/vList5"/>
    <dgm:cxn modelId="{06291961-6C50-4D0D-A65C-9574875F803B}" type="presParOf" srcId="{F8276405-665B-4D9E-868E-7609E5FD1442}" destId="{CD635CD7-03CB-4506-A3FE-5D6DAB1BB796}" srcOrd="0" destOrd="0" presId="urn:microsoft.com/office/officeart/2005/8/layout/vList5"/>
    <dgm:cxn modelId="{C697FD1D-D8EF-410C-873F-D5B511D36DBF}" type="presParOf" srcId="{F8276405-665B-4D9E-868E-7609E5FD1442}" destId="{35812B8F-8E65-4F60-AEAC-1BF6B778C77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CA23007-672C-401B-916D-7C1D499DE501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CCA38B4-07D9-4718-8E2F-8EF908284E1B}">
      <dgm:prSet/>
      <dgm:spPr/>
      <dgm:t>
        <a:bodyPr/>
        <a:lstStyle/>
        <a:p>
          <a:r>
            <a:rPr lang="en-US"/>
            <a:t>Discretionary Access Control (DAC)</a:t>
          </a:r>
        </a:p>
      </dgm:t>
    </dgm:pt>
    <dgm:pt modelId="{5B9FA4E6-D1FB-41A6-9702-E9112601B9B6}" type="parTrans" cxnId="{60040951-23A0-4BC4-A6C6-4F33A7BC281B}">
      <dgm:prSet/>
      <dgm:spPr/>
      <dgm:t>
        <a:bodyPr/>
        <a:lstStyle/>
        <a:p>
          <a:endParaRPr lang="en-US"/>
        </a:p>
      </dgm:t>
    </dgm:pt>
    <dgm:pt modelId="{A9A9F4CB-CB18-4723-B564-87093E7F87EB}" type="sibTrans" cxnId="{60040951-23A0-4BC4-A6C6-4F33A7BC281B}">
      <dgm:prSet/>
      <dgm:spPr/>
      <dgm:t>
        <a:bodyPr/>
        <a:lstStyle/>
        <a:p>
          <a:endParaRPr lang="en-US"/>
        </a:p>
      </dgm:t>
    </dgm:pt>
    <dgm:pt modelId="{FF20EA33-39B6-4FB0-856D-08F786EC0862}">
      <dgm:prSet/>
      <dgm:spPr/>
      <dgm:t>
        <a:bodyPr/>
        <a:lstStyle/>
        <a:p>
          <a:r>
            <a:rPr lang="en-US"/>
            <a:t>individual user sets access control mechanism to allow or deny access to an object</a:t>
          </a:r>
        </a:p>
      </dgm:t>
    </dgm:pt>
    <dgm:pt modelId="{04724DBB-6169-4321-B109-8369DD9D295C}" type="parTrans" cxnId="{3B0DC6AD-87D9-4E38-9D6D-DFAFF33B21B8}">
      <dgm:prSet/>
      <dgm:spPr/>
      <dgm:t>
        <a:bodyPr/>
        <a:lstStyle/>
        <a:p>
          <a:endParaRPr lang="en-US"/>
        </a:p>
      </dgm:t>
    </dgm:pt>
    <dgm:pt modelId="{1F27D9E1-C0C8-4C12-A372-4082824318B7}" type="sibTrans" cxnId="{3B0DC6AD-87D9-4E38-9D6D-DFAFF33B21B8}">
      <dgm:prSet/>
      <dgm:spPr/>
      <dgm:t>
        <a:bodyPr/>
        <a:lstStyle/>
        <a:p>
          <a:endParaRPr lang="en-US"/>
        </a:p>
      </dgm:t>
    </dgm:pt>
    <dgm:pt modelId="{AFAC187F-EFCD-4D98-A995-F1D63023FA3D}">
      <dgm:prSet/>
      <dgm:spPr/>
      <dgm:t>
        <a:bodyPr/>
        <a:lstStyle/>
        <a:p>
          <a:r>
            <a:rPr lang="en-US"/>
            <a:t>Mandatory Access Control (MAC)</a:t>
          </a:r>
        </a:p>
      </dgm:t>
    </dgm:pt>
    <dgm:pt modelId="{9B628EE0-9568-4BA4-AB82-D32B0C08EA0B}" type="parTrans" cxnId="{FF9F75DD-9A46-4E12-97A7-633560C57F9B}">
      <dgm:prSet/>
      <dgm:spPr/>
      <dgm:t>
        <a:bodyPr/>
        <a:lstStyle/>
        <a:p>
          <a:endParaRPr lang="en-US"/>
        </a:p>
      </dgm:t>
    </dgm:pt>
    <dgm:pt modelId="{9150D340-20C9-4E25-8C8B-4E917D2AF15A}" type="sibTrans" cxnId="{FF9F75DD-9A46-4E12-97A7-633560C57F9B}">
      <dgm:prSet/>
      <dgm:spPr/>
      <dgm:t>
        <a:bodyPr/>
        <a:lstStyle/>
        <a:p>
          <a:endParaRPr lang="en-US"/>
        </a:p>
      </dgm:t>
    </dgm:pt>
    <dgm:pt modelId="{7EA88967-5CCC-4C39-ADE5-9177434B57CD}">
      <dgm:prSet/>
      <dgm:spPr/>
      <dgm:t>
        <a:bodyPr/>
        <a:lstStyle/>
        <a:p>
          <a:r>
            <a:rPr lang="en-US"/>
            <a:t>system mechanism controls access to object, and individual cannot alter that access</a:t>
          </a:r>
        </a:p>
      </dgm:t>
    </dgm:pt>
    <dgm:pt modelId="{3A573F43-7670-44E2-A187-2795C7A06AA8}" type="parTrans" cxnId="{5237D28D-86C3-4563-A0CA-E9EE7189E927}">
      <dgm:prSet/>
      <dgm:spPr/>
      <dgm:t>
        <a:bodyPr/>
        <a:lstStyle/>
        <a:p>
          <a:endParaRPr lang="en-US"/>
        </a:p>
      </dgm:t>
    </dgm:pt>
    <dgm:pt modelId="{69BC0193-6169-4290-A40C-024B15C5AF34}" type="sibTrans" cxnId="{5237D28D-86C3-4563-A0CA-E9EE7189E927}">
      <dgm:prSet/>
      <dgm:spPr/>
      <dgm:t>
        <a:bodyPr/>
        <a:lstStyle/>
        <a:p>
          <a:endParaRPr lang="en-US"/>
        </a:p>
      </dgm:t>
    </dgm:pt>
    <dgm:pt modelId="{14D8415F-53EE-4B54-9F04-028DB6BFB7C1}">
      <dgm:prSet/>
      <dgm:spPr/>
      <dgm:t>
        <a:bodyPr/>
        <a:lstStyle/>
        <a:p>
          <a:r>
            <a:rPr lang="en-US"/>
            <a:t>Originator Controlled Access Control (ORCON)</a:t>
          </a:r>
        </a:p>
      </dgm:t>
    </dgm:pt>
    <dgm:pt modelId="{CAB963ED-4852-4FC5-9139-9843C32E50C9}" type="parTrans" cxnId="{39D1A9A6-6C37-435B-B64D-4BD57A1A56E1}">
      <dgm:prSet/>
      <dgm:spPr/>
      <dgm:t>
        <a:bodyPr/>
        <a:lstStyle/>
        <a:p>
          <a:endParaRPr lang="en-US"/>
        </a:p>
      </dgm:t>
    </dgm:pt>
    <dgm:pt modelId="{17627D1C-D901-4577-9FC4-C97DCE2C4BDB}" type="sibTrans" cxnId="{39D1A9A6-6C37-435B-B64D-4BD57A1A56E1}">
      <dgm:prSet/>
      <dgm:spPr/>
      <dgm:t>
        <a:bodyPr/>
        <a:lstStyle/>
        <a:p>
          <a:endParaRPr lang="en-US"/>
        </a:p>
      </dgm:t>
    </dgm:pt>
    <dgm:pt modelId="{9CEDCDE6-C5CB-4742-993A-D0F5C6C031CD}">
      <dgm:prSet/>
      <dgm:spPr/>
      <dgm:t>
        <a:bodyPr/>
        <a:lstStyle/>
        <a:p>
          <a:r>
            <a:rPr lang="en-US"/>
            <a:t>originator (creator) of information controls who can access information</a:t>
          </a:r>
        </a:p>
      </dgm:t>
    </dgm:pt>
    <dgm:pt modelId="{11552E52-949B-4E7C-8C49-D8CF0C4F28ED}" type="parTrans" cxnId="{A6AA9D1C-F5DF-4F7B-A0DA-545E28115A92}">
      <dgm:prSet/>
      <dgm:spPr/>
      <dgm:t>
        <a:bodyPr/>
        <a:lstStyle/>
        <a:p>
          <a:endParaRPr lang="en-US"/>
        </a:p>
      </dgm:t>
    </dgm:pt>
    <dgm:pt modelId="{3909B799-5683-4FDB-BD71-76B0924725BF}" type="sibTrans" cxnId="{A6AA9D1C-F5DF-4F7B-A0DA-545E28115A92}">
      <dgm:prSet/>
      <dgm:spPr/>
      <dgm:t>
        <a:bodyPr/>
        <a:lstStyle/>
        <a:p>
          <a:endParaRPr lang="en-US"/>
        </a:p>
      </dgm:t>
    </dgm:pt>
    <dgm:pt modelId="{8A541DA6-2642-4C13-99A5-7B18FE1EC985}" type="pres">
      <dgm:prSet presAssocID="{DCA23007-672C-401B-916D-7C1D499DE501}" presName="Name0" presStyleCnt="0">
        <dgm:presLayoutVars>
          <dgm:dir/>
          <dgm:animLvl val="lvl"/>
          <dgm:resizeHandles val="exact"/>
        </dgm:presLayoutVars>
      </dgm:prSet>
      <dgm:spPr/>
    </dgm:pt>
    <dgm:pt modelId="{693D14DA-DE47-4D7C-8C17-A36F16C034E7}" type="pres">
      <dgm:prSet presAssocID="{ECCA38B4-07D9-4718-8E2F-8EF908284E1B}" presName="linNode" presStyleCnt="0"/>
      <dgm:spPr/>
    </dgm:pt>
    <dgm:pt modelId="{8B387587-1FFC-4950-A757-AE357A92C409}" type="pres">
      <dgm:prSet presAssocID="{ECCA38B4-07D9-4718-8E2F-8EF908284E1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1015518-A85B-4C26-8587-847E1D0FC7AA}" type="pres">
      <dgm:prSet presAssocID="{ECCA38B4-07D9-4718-8E2F-8EF908284E1B}" presName="descendantText" presStyleLbl="alignAccFollowNode1" presStyleIdx="0" presStyleCnt="3">
        <dgm:presLayoutVars>
          <dgm:bulletEnabled val="1"/>
        </dgm:presLayoutVars>
      </dgm:prSet>
      <dgm:spPr/>
    </dgm:pt>
    <dgm:pt modelId="{653373BF-8E93-4DE5-8F44-13152A2B8734}" type="pres">
      <dgm:prSet presAssocID="{A9A9F4CB-CB18-4723-B564-87093E7F87EB}" presName="sp" presStyleCnt="0"/>
      <dgm:spPr/>
    </dgm:pt>
    <dgm:pt modelId="{39FC0276-036D-4987-A0AE-4E88BAA09E1C}" type="pres">
      <dgm:prSet presAssocID="{AFAC187F-EFCD-4D98-A995-F1D63023FA3D}" presName="linNode" presStyleCnt="0"/>
      <dgm:spPr/>
    </dgm:pt>
    <dgm:pt modelId="{A260451B-C9A8-4D78-8DA2-B734E08BB68A}" type="pres">
      <dgm:prSet presAssocID="{AFAC187F-EFCD-4D98-A995-F1D63023FA3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42FE7B3-85CE-47F7-BEE5-187076001139}" type="pres">
      <dgm:prSet presAssocID="{AFAC187F-EFCD-4D98-A995-F1D63023FA3D}" presName="descendantText" presStyleLbl="alignAccFollowNode1" presStyleIdx="1" presStyleCnt="3">
        <dgm:presLayoutVars>
          <dgm:bulletEnabled val="1"/>
        </dgm:presLayoutVars>
      </dgm:prSet>
      <dgm:spPr/>
    </dgm:pt>
    <dgm:pt modelId="{12A4A872-2905-4DBF-AAC8-9C982FDF99A6}" type="pres">
      <dgm:prSet presAssocID="{9150D340-20C9-4E25-8C8B-4E917D2AF15A}" presName="sp" presStyleCnt="0"/>
      <dgm:spPr/>
    </dgm:pt>
    <dgm:pt modelId="{47F88839-9218-444B-AD7F-B142B07671AD}" type="pres">
      <dgm:prSet presAssocID="{14D8415F-53EE-4B54-9F04-028DB6BFB7C1}" presName="linNode" presStyleCnt="0"/>
      <dgm:spPr/>
    </dgm:pt>
    <dgm:pt modelId="{C08EAED9-110F-4AE8-9425-8583C2B6CC7E}" type="pres">
      <dgm:prSet presAssocID="{14D8415F-53EE-4B54-9F04-028DB6BFB7C1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745A8357-E715-48A0-81BC-EEEE6927ECEA}" type="pres">
      <dgm:prSet presAssocID="{14D8415F-53EE-4B54-9F04-028DB6BFB7C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A6AA9D1C-F5DF-4F7B-A0DA-545E28115A92}" srcId="{14D8415F-53EE-4B54-9F04-028DB6BFB7C1}" destId="{9CEDCDE6-C5CB-4742-993A-D0F5C6C031CD}" srcOrd="0" destOrd="0" parTransId="{11552E52-949B-4E7C-8C49-D8CF0C4F28ED}" sibTransId="{3909B799-5683-4FDB-BD71-76B0924725BF}"/>
    <dgm:cxn modelId="{1850D266-6CEC-422F-83AC-70AE99141CBA}" type="presOf" srcId="{FF20EA33-39B6-4FB0-856D-08F786EC0862}" destId="{91015518-A85B-4C26-8587-847E1D0FC7AA}" srcOrd="0" destOrd="0" presId="urn:microsoft.com/office/officeart/2005/8/layout/vList5"/>
    <dgm:cxn modelId="{E6DF4E49-35EB-4D99-B07F-F33116C9B355}" type="presOf" srcId="{AFAC187F-EFCD-4D98-A995-F1D63023FA3D}" destId="{A260451B-C9A8-4D78-8DA2-B734E08BB68A}" srcOrd="0" destOrd="0" presId="urn:microsoft.com/office/officeart/2005/8/layout/vList5"/>
    <dgm:cxn modelId="{60040951-23A0-4BC4-A6C6-4F33A7BC281B}" srcId="{DCA23007-672C-401B-916D-7C1D499DE501}" destId="{ECCA38B4-07D9-4718-8E2F-8EF908284E1B}" srcOrd="0" destOrd="0" parTransId="{5B9FA4E6-D1FB-41A6-9702-E9112601B9B6}" sibTransId="{A9A9F4CB-CB18-4723-B564-87093E7F87EB}"/>
    <dgm:cxn modelId="{5237D28D-86C3-4563-A0CA-E9EE7189E927}" srcId="{AFAC187F-EFCD-4D98-A995-F1D63023FA3D}" destId="{7EA88967-5CCC-4C39-ADE5-9177434B57CD}" srcOrd="0" destOrd="0" parTransId="{3A573F43-7670-44E2-A187-2795C7A06AA8}" sibTransId="{69BC0193-6169-4290-A40C-024B15C5AF34}"/>
    <dgm:cxn modelId="{39D1A9A6-6C37-435B-B64D-4BD57A1A56E1}" srcId="{DCA23007-672C-401B-916D-7C1D499DE501}" destId="{14D8415F-53EE-4B54-9F04-028DB6BFB7C1}" srcOrd="2" destOrd="0" parTransId="{CAB963ED-4852-4FC5-9139-9843C32E50C9}" sibTransId="{17627D1C-D901-4577-9FC4-C97DCE2C4BDB}"/>
    <dgm:cxn modelId="{5164C6A6-393A-4035-8B15-6815160F4002}" type="presOf" srcId="{7EA88967-5CCC-4C39-ADE5-9177434B57CD}" destId="{A42FE7B3-85CE-47F7-BEE5-187076001139}" srcOrd="0" destOrd="0" presId="urn:microsoft.com/office/officeart/2005/8/layout/vList5"/>
    <dgm:cxn modelId="{3B0DC6AD-87D9-4E38-9D6D-DFAFF33B21B8}" srcId="{ECCA38B4-07D9-4718-8E2F-8EF908284E1B}" destId="{FF20EA33-39B6-4FB0-856D-08F786EC0862}" srcOrd="0" destOrd="0" parTransId="{04724DBB-6169-4321-B109-8369DD9D295C}" sibTransId="{1F27D9E1-C0C8-4C12-A372-4082824318B7}"/>
    <dgm:cxn modelId="{1D11B4B5-C21A-46F0-A5FF-C9F4246A8FF2}" type="presOf" srcId="{DCA23007-672C-401B-916D-7C1D499DE501}" destId="{8A541DA6-2642-4C13-99A5-7B18FE1EC985}" srcOrd="0" destOrd="0" presId="urn:microsoft.com/office/officeart/2005/8/layout/vList5"/>
    <dgm:cxn modelId="{E4B786B6-9544-454C-833D-00B8DCA35997}" type="presOf" srcId="{14D8415F-53EE-4B54-9F04-028DB6BFB7C1}" destId="{C08EAED9-110F-4AE8-9425-8583C2B6CC7E}" srcOrd="0" destOrd="0" presId="urn:microsoft.com/office/officeart/2005/8/layout/vList5"/>
    <dgm:cxn modelId="{24579CD4-CBBF-4D03-B1B5-EEF90C11BD90}" type="presOf" srcId="{9CEDCDE6-C5CB-4742-993A-D0F5C6C031CD}" destId="{745A8357-E715-48A0-81BC-EEEE6927ECEA}" srcOrd="0" destOrd="0" presId="urn:microsoft.com/office/officeart/2005/8/layout/vList5"/>
    <dgm:cxn modelId="{FF9F75DD-9A46-4E12-97A7-633560C57F9B}" srcId="{DCA23007-672C-401B-916D-7C1D499DE501}" destId="{AFAC187F-EFCD-4D98-A995-F1D63023FA3D}" srcOrd="1" destOrd="0" parTransId="{9B628EE0-9568-4BA4-AB82-D32B0C08EA0B}" sibTransId="{9150D340-20C9-4E25-8C8B-4E917D2AF15A}"/>
    <dgm:cxn modelId="{A3F3E5FA-1BF3-4089-A1F6-C06E56BEC627}" type="presOf" srcId="{ECCA38B4-07D9-4718-8E2F-8EF908284E1B}" destId="{8B387587-1FFC-4950-A757-AE357A92C409}" srcOrd="0" destOrd="0" presId="urn:microsoft.com/office/officeart/2005/8/layout/vList5"/>
    <dgm:cxn modelId="{F25692E9-254C-4E34-AB0E-BBD1F0B61314}" type="presParOf" srcId="{8A541DA6-2642-4C13-99A5-7B18FE1EC985}" destId="{693D14DA-DE47-4D7C-8C17-A36F16C034E7}" srcOrd="0" destOrd="0" presId="urn:microsoft.com/office/officeart/2005/8/layout/vList5"/>
    <dgm:cxn modelId="{F6121FA3-DE62-4FD3-A63E-9B9064AC141B}" type="presParOf" srcId="{693D14DA-DE47-4D7C-8C17-A36F16C034E7}" destId="{8B387587-1FFC-4950-A757-AE357A92C409}" srcOrd="0" destOrd="0" presId="urn:microsoft.com/office/officeart/2005/8/layout/vList5"/>
    <dgm:cxn modelId="{22745E46-387F-4C7B-8E13-4C4F9C092CDB}" type="presParOf" srcId="{693D14DA-DE47-4D7C-8C17-A36F16C034E7}" destId="{91015518-A85B-4C26-8587-847E1D0FC7AA}" srcOrd="1" destOrd="0" presId="urn:microsoft.com/office/officeart/2005/8/layout/vList5"/>
    <dgm:cxn modelId="{C7A73C70-449D-4554-8DCB-C2CACF5E47FE}" type="presParOf" srcId="{8A541DA6-2642-4C13-99A5-7B18FE1EC985}" destId="{653373BF-8E93-4DE5-8F44-13152A2B8734}" srcOrd="1" destOrd="0" presId="urn:microsoft.com/office/officeart/2005/8/layout/vList5"/>
    <dgm:cxn modelId="{04B30098-E228-49EB-BC3E-73F14B641E53}" type="presParOf" srcId="{8A541DA6-2642-4C13-99A5-7B18FE1EC985}" destId="{39FC0276-036D-4987-A0AE-4E88BAA09E1C}" srcOrd="2" destOrd="0" presId="urn:microsoft.com/office/officeart/2005/8/layout/vList5"/>
    <dgm:cxn modelId="{C57B18A5-D03A-4F60-A6D2-A1FD48407C17}" type="presParOf" srcId="{39FC0276-036D-4987-A0AE-4E88BAA09E1C}" destId="{A260451B-C9A8-4D78-8DA2-B734E08BB68A}" srcOrd="0" destOrd="0" presId="urn:microsoft.com/office/officeart/2005/8/layout/vList5"/>
    <dgm:cxn modelId="{DADCC3E6-3BDF-4DDD-BA68-2FD3118AA740}" type="presParOf" srcId="{39FC0276-036D-4987-A0AE-4E88BAA09E1C}" destId="{A42FE7B3-85CE-47F7-BEE5-187076001139}" srcOrd="1" destOrd="0" presId="urn:microsoft.com/office/officeart/2005/8/layout/vList5"/>
    <dgm:cxn modelId="{18E23BC9-B772-4B66-9AAC-57783E9037CE}" type="presParOf" srcId="{8A541DA6-2642-4C13-99A5-7B18FE1EC985}" destId="{12A4A872-2905-4DBF-AAC8-9C982FDF99A6}" srcOrd="3" destOrd="0" presId="urn:microsoft.com/office/officeart/2005/8/layout/vList5"/>
    <dgm:cxn modelId="{A28887C0-8CE8-4DA5-9810-70D7F187DA9A}" type="presParOf" srcId="{8A541DA6-2642-4C13-99A5-7B18FE1EC985}" destId="{47F88839-9218-444B-AD7F-B142B07671AD}" srcOrd="4" destOrd="0" presId="urn:microsoft.com/office/officeart/2005/8/layout/vList5"/>
    <dgm:cxn modelId="{C0239EC6-22D5-4826-BE50-76761C8670EF}" type="presParOf" srcId="{47F88839-9218-444B-AD7F-B142B07671AD}" destId="{C08EAED9-110F-4AE8-9425-8583C2B6CC7E}" srcOrd="0" destOrd="0" presId="urn:microsoft.com/office/officeart/2005/8/layout/vList5"/>
    <dgm:cxn modelId="{0BCF6920-B6BB-4CA7-AD3F-087D320C98DE}" type="presParOf" srcId="{47F88839-9218-444B-AD7F-B142B07671AD}" destId="{745A8357-E715-48A0-81BC-EEEE6927ECE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964A3-0872-4E6B-8122-48A2EF2097EB}">
      <dsp:nvSpPr>
        <dsp:cNvPr id="0" name=""/>
        <dsp:cNvSpPr/>
      </dsp:nvSpPr>
      <dsp:spPr>
        <a:xfrm>
          <a:off x="0" y="392881"/>
          <a:ext cx="10515600" cy="2101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79044" rIns="81612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Authorized (secure)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These are states the system can enter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Unauthorized (nonsecure)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If the system enters any of these states, it’s a security violation</a:t>
          </a:r>
        </a:p>
      </dsp:txBody>
      <dsp:txXfrm>
        <a:off x="0" y="392881"/>
        <a:ext cx="10515600" cy="2101050"/>
      </dsp:txXfrm>
    </dsp:sp>
    <dsp:sp modelId="{0BC60501-3B66-47E8-A99E-AD17C636600A}">
      <dsp:nvSpPr>
        <dsp:cNvPr id="0" name=""/>
        <dsp:cNvSpPr/>
      </dsp:nvSpPr>
      <dsp:spPr>
        <a:xfrm>
          <a:off x="525780" y="53401"/>
          <a:ext cx="736092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Policy partitions system states into:</a:t>
          </a:r>
        </a:p>
      </dsp:txBody>
      <dsp:txXfrm>
        <a:off x="558924" y="86545"/>
        <a:ext cx="7294632" cy="612672"/>
      </dsp:txXfrm>
    </dsp:sp>
    <dsp:sp modelId="{898C1C2D-73FB-4AA2-8526-4BACE44B1F75}">
      <dsp:nvSpPr>
        <dsp:cNvPr id="0" name=""/>
        <dsp:cNvSpPr/>
      </dsp:nvSpPr>
      <dsp:spPr>
        <a:xfrm>
          <a:off x="0" y="2957611"/>
          <a:ext cx="10515600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79044" rIns="81612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Starts in authorized state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Never enters unauthorized state</a:t>
          </a:r>
        </a:p>
      </dsp:txBody>
      <dsp:txXfrm>
        <a:off x="0" y="2957611"/>
        <a:ext cx="10515600" cy="1340325"/>
      </dsp:txXfrm>
    </dsp:sp>
    <dsp:sp modelId="{634A4226-7756-499D-A8F1-BEA340839433}">
      <dsp:nvSpPr>
        <dsp:cNvPr id="0" name=""/>
        <dsp:cNvSpPr/>
      </dsp:nvSpPr>
      <dsp:spPr>
        <a:xfrm>
          <a:off x="525780" y="2618131"/>
          <a:ext cx="736092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Secure system</a:t>
          </a:r>
        </a:p>
      </dsp:txBody>
      <dsp:txXfrm>
        <a:off x="558924" y="2651275"/>
        <a:ext cx="7294632" cy="612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E09AA2-A082-476D-8BE1-E18D24B84C7C}">
      <dsp:nvSpPr>
        <dsp:cNvPr id="0" name=""/>
        <dsp:cNvSpPr/>
      </dsp:nvSpPr>
      <dsp:spPr>
        <a:xfrm>
          <a:off x="0" y="4170"/>
          <a:ext cx="11068251" cy="9214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i="1" kern="1200" dirty="0"/>
            <a:t>X</a:t>
          </a:r>
          <a:r>
            <a:rPr lang="en-US" sz="3300" kern="1200" dirty="0"/>
            <a:t> set of entities, </a:t>
          </a:r>
          <a:r>
            <a:rPr lang="en-US" sz="3300" i="1" kern="1200" dirty="0"/>
            <a:t>I</a:t>
          </a:r>
          <a:r>
            <a:rPr lang="en-US" sz="3300" kern="1200" dirty="0"/>
            <a:t> is information or resource</a:t>
          </a:r>
        </a:p>
      </dsp:txBody>
      <dsp:txXfrm>
        <a:off x="44982" y="49152"/>
        <a:ext cx="10978287" cy="831498"/>
      </dsp:txXfrm>
    </dsp:sp>
    <dsp:sp modelId="{1153AA54-58D6-421D-AFEF-6A89B32020E1}">
      <dsp:nvSpPr>
        <dsp:cNvPr id="0" name=""/>
        <dsp:cNvSpPr/>
      </dsp:nvSpPr>
      <dsp:spPr>
        <a:xfrm>
          <a:off x="0" y="1023553"/>
          <a:ext cx="11068251" cy="13761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i="1" kern="1200"/>
            <a:t>I</a:t>
          </a:r>
          <a:r>
            <a:rPr lang="en-US" sz="3300" kern="1200"/>
            <a:t> has </a:t>
          </a:r>
          <a:r>
            <a:rPr lang="en-US" sz="3300" i="1" kern="1200"/>
            <a:t>integrity</a:t>
          </a:r>
          <a:r>
            <a:rPr lang="en-US" sz="3300" kern="1200"/>
            <a:t> property with respect to </a:t>
          </a:r>
          <a:r>
            <a:rPr lang="en-US" sz="3300" i="1" kern="1200"/>
            <a:t>X</a:t>
          </a:r>
          <a:r>
            <a:rPr lang="en-US" sz="3300" kern="1200"/>
            <a:t> if all </a:t>
          </a:r>
          <a:r>
            <a:rPr lang="en-US" sz="3300" i="1" kern="1200"/>
            <a:t>x</a:t>
          </a:r>
          <a:r>
            <a:rPr lang="en-US" sz="3300" kern="1200"/>
            <a:t> </a:t>
          </a:r>
          <a:r>
            <a:rPr lang="en-US" sz="3300" kern="1200">
              <a:sym typeface="Symbol" panose="05050102010706020507" pitchFamily="18" charset="2"/>
            </a:rPr>
            <a:t></a:t>
          </a:r>
          <a:r>
            <a:rPr lang="en-US" sz="3300" kern="1200"/>
            <a:t> </a:t>
          </a:r>
          <a:r>
            <a:rPr lang="en-US" sz="3300" i="1" kern="1200"/>
            <a:t>X</a:t>
          </a:r>
          <a:r>
            <a:rPr lang="en-US" sz="3300" kern="1200"/>
            <a:t> trust information in </a:t>
          </a:r>
          <a:r>
            <a:rPr lang="en-US" sz="3300" i="1" kern="1200"/>
            <a:t>I</a:t>
          </a:r>
          <a:endParaRPr lang="en-US" sz="3300" kern="1200"/>
        </a:p>
      </dsp:txBody>
      <dsp:txXfrm>
        <a:off x="67178" y="1090731"/>
        <a:ext cx="10933895" cy="1241783"/>
      </dsp:txXfrm>
    </dsp:sp>
    <dsp:sp modelId="{89A56A01-81FE-4269-82DB-596D60FFD5A4}">
      <dsp:nvSpPr>
        <dsp:cNvPr id="0" name=""/>
        <dsp:cNvSpPr/>
      </dsp:nvSpPr>
      <dsp:spPr>
        <a:xfrm>
          <a:off x="0" y="2497612"/>
          <a:ext cx="11068251" cy="7996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Types of integrity:</a:t>
          </a:r>
        </a:p>
      </dsp:txBody>
      <dsp:txXfrm>
        <a:off x="39035" y="2536647"/>
        <a:ext cx="10990181" cy="721563"/>
      </dsp:txXfrm>
    </dsp:sp>
    <dsp:sp modelId="{4263363E-8382-423C-B01D-733AE982BB7D}">
      <dsp:nvSpPr>
        <dsp:cNvPr id="0" name=""/>
        <dsp:cNvSpPr/>
      </dsp:nvSpPr>
      <dsp:spPr>
        <a:xfrm>
          <a:off x="0" y="3297246"/>
          <a:ext cx="11068251" cy="179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1417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 dirty="0"/>
            <a:t>trust </a:t>
          </a:r>
          <a:r>
            <a:rPr lang="en-US" sz="2600" i="1" kern="1200" dirty="0"/>
            <a:t>I’</a:t>
          </a:r>
          <a:r>
            <a:rPr lang="en-US" sz="2600" kern="1200" dirty="0"/>
            <a:t>s conveyance and storage (data integrity)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i="1" kern="1200"/>
            <a:t>I</a:t>
          </a:r>
          <a:r>
            <a:rPr lang="en-US" sz="2600" kern="1200"/>
            <a:t> is information </a:t>
          </a:r>
          <a:r>
            <a:rPr lang="en-US" sz="2600" kern="1200" dirty="0"/>
            <a:t>about origin of something or an identity (origin integrity, authentication)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i="1" kern="1200" dirty="0"/>
            <a:t>I</a:t>
          </a:r>
          <a:r>
            <a:rPr lang="en-US" sz="2600" kern="1200" dirty="0"/>
            <a:t> is a resource: means resource functions as it should (assurance)</a:t>
          </a:r>
        </a:p>
      </dsp:txBody>
      <dsp:txXfrm>
        <a:off x="0" y="3297246"/>
        <a:ext cx="11068251" cy="17946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85974F-0770-401A-8DCA-F84DD104A8E6}">
      <dsp:nvSpPr>
        <dsp:cNvPr id="0" name=""/>
        <dsp:cNvSpPr/>
      </dsp:nvSpPr>
      <dsp:spPr>
        <a:xfrm>
          <a:off x="0" y="542660"/>
          <a:ext cx="10856495" cy="7667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i="1" kern="1200" dirty="0"/>
            <a:t>X</a:t>
          </a:r>
          <a:r>
            <a:rPr lang="en-US" sz="3100" kern="1200" dirty="0"/>
            <a:t> set of entities, </a:t>
          </a:r>
          <a:r>
            <a:rPr lang="en-US" sz="3100" i="1" kern="1200" dirty="0"/>
            <a:t>I</a:t>
          </a:r>
          <a:r>
            <a:rPr lang="en-US" sz="3100" kern="1200" dirty="0"/>
            <a:t> is resource</a:t>
          </a:r>
        </a:p>
      </dsp:txBody>
      <dsp:txXfrm>
        <a:off x="37431" y="580091"/>
        <a:ext cx="10781633" cy="691908"/>
      </dsp:txXfrm>
    </dsp:sp>
    <dsp:sp modelId="{3ECD4BE5-AC9B-4171-BC0C-EF4FCBAC052E}">
      <dsp:nvSpPr>
        <dsp:cNvPr id="0" name=""/>
        <dsp:cNvSpPr/>
      </dsp:nvSpPr>
      <dsp:spPr>
        <a:xfrm>
          <a:off x="0" y="1398711"/>
          <a:ext cx="10856495" cy="76677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i="1" kern="1200"/>
            <a:t>I</a:t>
          </a:r>
          <a:r>
            <a:rPr lang="en-US" sz="3100" kern="1200"/>
            <a:t> has </a:t>
          </a:r>
          <a:r>
            <a:rPr lang="en-US" sz="3100" i="1" kern="1200"/>
            <a:t>availability</a:t>
          </a:r>
          <a:r>
            <a:rPr lang="en-US" sz="3100" kern="1200"/>
            <a:t> property with respect to </a:t>
          </a:r>
          <a:r>
            <a:rPr lang="en-US" sz="3100" i="1" kern="1200"/>
            <a:t>X</a:t>
          </a:r>
          <a:r>
            <a:rPr lang="en-US" sz="3100" kern="1200"/>
            <a:t> if all </a:t>
          </a:r>
          <a:r>
            <a:rPr lang="en-US" sz="3100" i="1" kern="1200"/>
            <a:t>x</a:t>
          </a:r>
          <a:r>
            <a:rPr lang="en-US" sz="3100" kern="1200"/>
            <a:t> </a:t>
          </a:r>
          <a:r>
            <a:rPr lang="en-US" sz="3100" kern="1200">
              <a:sym typeface="Symbol" panose="05050102010706020507" pitchFamily="18" charset="2"/>
            </a:rPr>
            <a:t></a:t>
          </a:r>
          <a:r>
            <a:rPr lang="en-US" sz="3100" kern="1200"/>
            <a:t> </a:t>
          </a:r>
          <a:r>
            <a:rPr lang="en-US" sz="3100" i="1" kern="1200"/>
            <a:t>X</a:t>
          </a:r>
          <a:r>
            <a:rPr lang="en-US" sz="3100" kern="1200"/>
            <a:t> can access </a:t>
          </a:r>
          <a:r>
            <a:rPr lang="en-US" sz="3100" i="1" kern="1200"/>
            <a:t>I</a:t>
          </a:r>
          <a:endParaRPr lang="en-US" sz="3100" kern="1200"/>
        </a:p>
      </dsp:txBody>
      <dsp:txXfrm>
        <a:off x="37431" y="1436142"/>
        <a:ext cx="10781633" cy="691908"/>
      </dsp:txXfrm>
    </dsp:sp>
    <dsp:sp modelId="{3C426F36-3308-4EB7-A7CD-EDF6D7F8A6A1}">
      <dsp:nvSpPr>
        <dsp:cNvPr id="0" name=""/>
        <dsp:cNvSpPr/>
      </dsp:nvSpPr>
      <dsp:spPr>
        <a:xfrm>
          <a:off x="0" y="2254761"/>
          <a:ext cx="10856495" cy="76677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Types of availability:</a:t>
          </a:r>
        </a:p>
      </dsp:txBody>
      <dsp:txXfrm>
        <a:off x="37431" y="2292192"/>
        <a:ext cx="10781633" cy="691908"/>
      </dsp:txXfrm>
    </dsp:sp>
    <dsp:sp modelId="{2FD246F1-4470-4BC7-AAC1-7E16446BBEBD}">
      <dsp:nvSpPr>
        <dsp:cNvPr id="0" name=""/>
        <dsp:cNvSpPr/>
      </dsp:nvSpPr>
      <dsp:spPr>
        <a:xfrm>
          <a:off x="0" y="3021532"/>
          <a:ext cx="10856495" cy="118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69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traditional: </a:t>
          </a:r>
          <a:r>
            <a:rPr lang="en-US" sz="2400" i="1" kern="1200"/>
            <a:t>x</a:t>
          </a:r>
          <a:r>
            <a:rPr lang="en-US" sz="2400" kern="1200"/>
            <a:t> gets access or not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quality of service: promised a level of access (for example, a specific level of bandwidth) and not meet it, even though some access is achieved</a:t>
          </a:r>
        </a:p>
      </dsp:txBody>
      <dsp:txXfrm>
        <a:off x="0" y="3021532"/>
        <a:ext cx="10856495" cy="11871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A97FE-9218-4FAC-896B-EB31BA588817}">
      <dsp:nvSpPr>
        <dsp:cNvPr id="0" name=""/>
        <dsp:cNvSpPr/>
      </dsp:nvSpPr>
      <dsp:spPr>
        <a:xfrm rot="5400000">
          <a:off x="6731621" y="-2839081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Policy primarily protecting confidentiality</a:t>
          </a:r>
        </a:p>
      </dsp:txBody>
      <dsp:txXfrm rot="-5400000">
        <a:off x="3785615" y="147831"/>
        <a:ext cx="6689078" cy="756160"/>
      </dsp:txXfrm>
    </dsp:sp>
    <dsp:sp modelId="{51F049D0-70BC-4160-A422-66F344EF8980}">
      <dsp:nvSpPr>
        <dsp:cNvPr id="0" name=""/>
        <dsp:cNvSpPr/>
      </dsp:nvSpPr>
      <dsp:spPr>
        <a:xfrm>
          <a:off x="0" y="2177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Military (governmental) security policy</a:t>
          </a:r>
        </a:p>
      </dsp:txBody>
      <dsp:txXfrm>
        <a:off x="51133" y="53310"/>
        <a:ext cx="3683350" cy="945199"/>
      </dsp:txXfrm>
    </dsp:sp>
    <dsp:sp modelId="{373CCAD0-1954-42CE-9E90-70F3C79AFDD6}">
      <dsp:nvSpPr>
        <dsp:cNvPr id="0" name=""/>
        <dsp:cNvSpPr/>
      </dsp:nvSpPr>
      <dsp:spPr>
        <a:xfrm rot="5400000">
          <a:off x="6731621" y="-1739242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Policy primarily protecting integrity</a:t>
          </a:r>
        </a:p>
      </dsp:txBody>
      <dsp:txXfrm rot="-5400000">
        <a:off x="3785615" y="1247670"/>
        <a:ext cx="6689078" cy="756160"/>
      </dsp:txXfrm>
    </dsp:sp>
    <dsp:sp modelId="{54951BAA-3EDE-4F11-818E-A9E6B8B564E4}">
      <dsp:nvSpPr>
        <dsp:cNvPr id="0" name=""/>
        <dsp:cNvSpPr/>
      </dsp:nvSpPr>
      <dsp:spPr>
        <a:xfrm>
          <a:off x="0" y="1102016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Commercial security policy</a:t>
          </a:r>
        </a:p>
      </dsp:txBody>
      <dsp:txXfrm>
        <a:off x="51133" y="1153149"/>
        <a:ext cx="3683350" cy="945199"/>
      </dsp:txXfrm>
    </dsp:sp>
    <dsp:sp modelId="{C1DDB985-4D53-4314-92FB-D2BC7BCEE195}">
      <dsp:nvSpPr>
        <dsp:cNvPr id="0" name=""/>
        <dsp:cNvSpPr/>
      </dsp:nvSpPr>
      <dsp:spPr>
        <a:xfrm rot="5400000">
          <a:off x="6731621" y="-639403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Policy protecting only confidentiality</a:t>
          </a:r>
        </a:p>
      </dsp:txBody>
      <dsp:txXfrm rot="-5400000">
        <a:off x="3785615" y="2347509"/>
        <a:ext cx="6689078" cy="756160"/>
      </dsp:txXfrm>
    </dsp:sp>
    <dsp:sp modelId="{7321C6AF-DDD6-4526-BAB3-6F15509E8FDD}">
      <dsp:nvSpPr>
        <dsp:cNvPr id="0" name=""/>
        <dsp:cNvSpPr/>
      </dsp:nvSpPr>
      <dsp:spPr>
        <a:xfrm>
          <a:off x="0" y="2201855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Confidentiality policy</a:t>
          </a:r>
        </a:p>
      </dsp:txBody>
      <dsp:txXfrm>
        <a:off x="51133" y="2252988"/>
        <a:ext cx="3683350" cy="945199"/>
      </dsp:txXfrm>
    </dsp:sp>
    <dsp:sp modelId="{6898AB92-2232-461D-BC58-7414BA06C714}">
      <dsp:nvSpPr>
        <dsp:cNvPr id="0" name=""/>
        <dsp:cNvSpPr/>
      </dsp:nvSpPr>
      <dsp:spPr>
        <a:xfrm rot="5400000">
          <a:off x="6731621" y="460435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Policy protecting only integrity</a:t>
          </a:r>
        </a:p>
      </dsp:txBody>
      <dsp:txXfrm rot="-5400000">
        <a:off x="3785615" y="3447347"/>
        <a:ext cx="6689078" cy="756160"/>
      </dsp:txXfrm>
    </dsp:sp>
    <dsp:sp modelId="{D05F7F3D-0416-4246-9F95-6BF66425B4D8}">
      <dsp:nvSpPr>
        <dsp:cNvPr id="0" name=""/>
        <dsp:cNvSpPr/>
      </dsp:nvSpPr>
      <dsp:spPr>
        <a:xfrm>
          <a:off x="0" y="3301694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Integrity policy</a:t>
          </a:r>
        </a:p>
      </dsp:txBody>
      <dsp:txXfrm>
        <a:off x="51133" y="3352827"/>
        <a:ext cx="3683350" cy="9451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9DC4F-D614-4F63-A297-A744A3FBC65F}">
      <dsp:nvSpPr>
        <dsp:cNvPr id="0" name=""/>
        <dsp:cNvSpPr/>
      </dsp:nvSpPr>
      <dsp:spPr>
        <a:xfrm>
          <a:off x="51" y="11312"/>
          <a:ext cx="4913783" cy="10237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Begin in consistent state</a:t>
          </a:r>
        </a:p>
      </dsp:txBody>
      <dsp:txXfrm>
        <a:off x="51" y="11312"/>
        <a:ext cx="4913783" cy="1023733"/>
      </dsp:txXfrm>
    </dsp:sp>
    <dsp:sp modelId="{050D398C-EB67-43FD-8862-C5B845A8B326}">
      <dsp:nvSpPr>
        <dsp:cNvPr id="0" name=""/>
        <dsp:cNvSpPr/>
      </dsp:nvSpPr>
      <dsp:spPr>
        <a:xfrm>
          <a:off x="51" y="1035045"/>
          <a:ext cx="4913783" cy="33049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“Consistent” defined by specification</a:t>
          </a:r>
        </a:p>
      </dsp:txBody>
      <dsp:txXfrm>
        <a:off x="51" y="1035045"/>
        <a:ext cx="4913783" cy="3304980"/>
      </dsp:txXfrm>
    </dsp:sp>
    <dsp:sp modelId="{80E02CDF-DFDD-42F5-B0CD-3745732AD126}">
      <dsp:nvSpPr>
        <dsp:cNvPr id="0" name=""/>
        <dsp:cNvSpPr/>
      </dsp:nvSpPr>
      <dsp:spPr>
        <a:xfrm>
          <a:off x="5601764" y="11312"/>
          <a:ext cx="4913783" cy="102373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Perform series of actions (</a:t>
          </a:r>
          <a:r>
            <a:rPr lang="en-US" sz="2800" i="1" kern="1200"/>
            <a:t>transaction</a:t>
          </a:r>
          <a:r>
            <a:rPr lang="en-US" sz="2800" kern="1200"/>
            <a:t>)</a:t>
          </a:r>
        </a:p>
      </dsp:txBody>
      <dsp:txXfrm>
        <a:off x="5601764" y="11312"/>
        <a:ext cx="4913783" cy="1023733"/>
      </dsp:txXfrm>
    </dsp:sp>
    <dsp:sp modelId="{AC3E1779-60E7-4880-929F-28707116FB6F}">
      <dsp:nvSpPr>
        <dsp:cNvPr id="0" name=""/>
        <dsp:cNvSpPr/>
      </dsp:nvSpPr>
      <dsp:spPr>
        <a:xfrm>
          <a:off x="5601764" y="1035045"/>
          <a:ext cx="4913783" cy="3304980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Actions cannot be interrupted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If actions complete, system in consistent state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If actions do not complete, system reverts to beginning (consistent) state</a:t>
          </a:r>
        </a:p>
      </dsp:txBody>
      <dsp:txXfrm>
        <a:off x="5601764" y="1035045"/>
        <a:ext cx="4913783" cy="33049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15FF0-6136-4BCE-AB5E-4E0E0E7FD9AA}">
      <dsp:nvSpPr>
        <dsp:cNvPr id="0" name=""/>
        <dsp:cNvSpPr/>
      </dsp:nvSpPr>
      <dsp:spPr>
        <a:xfrm>
          <a:off x="0" y="269716"/>
          <a:ext cx="10515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Administrator installs patch</a:t>
          </a:r>
        </a:p>
      </dsp:txBody>
      <dsp:txXfrm>
        <a:off x="33955" y="303671"/>
        <a:ext cx="10447690" cy="627655"/>
      </dsp:txXfrm>
    </dsp:sp>
    <dsp:sp modelId="{77C141E9-7FD0-4284-B588-0F447DB40B58}">
      <dsp:nvSpPr>
        <dsp:cNvPr id="0" name=""/>
        <dsp:cNvSpPr/>
      </dsp:nvSpPr>
      <dsp:spPr>
        <a:xfrm>
          <a:off x="0" y="1048801"/>
          <a:ext cx="10515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Trusts patch came from vendor, not tampered with in transit</a:t>
          </a:r>
        </a:p>
      </dsp:txBody>
      <dsp:txXfrm>
        <a:off x="33955" y="1082756"/>
        <a:ext cx="10447690" cy="627655"/>
      </dsp:txXfrm>
    </dsp:sp>
    <dsp:sp modelId="{FDC80B0E-FBF8-4C75-A965-BF0C6A568AB2}">
      <dsp:nvSpPr>
        <dsp:cNvPr id="0" name=""/>
        <dsp:cNvSpPr/>
      </dsp:nvSpPr>
      <dsp:spPr>
        <a:xfrm>
          <a:off x="0" y="1827886"/>
          <a:ext cx="10515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Trusts vendor tested patch thoroughly</a:t>
          </a:r>
        </a:p>
      </dsp:txBody>
      <dsp:txXfrm>
        <a:off x="33955" y="1861841"/>
        <a:ext cx="10447690" cy="627655"/>
      </dsp:txXfrm>
    </dsp:sp>
    <dsp:sp modelId="{CB4393A8-ECE9-471F-9772-52C8DEF9A1AF}">
      <dsp:nvSpPr>
        <dsp:cNvPr id="0" name=""/>
        <dsp:cNvSpPr/>
      </dsp:nvSpPr>
      <dsp:spPr>
        <a:xfrm>
          <a:off x="0" y="2606971"/>
          <a:ext cx="10515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Trusts vendor’s test environment corresponds to local environment</a:t>
          </a:r>
        </a:p>
      </dsp:txBody>
      <dsp:txXfrm>
        <a:off x="33955" y="2640926"/>
        <a:ext cx="10447690" cy="627655"/>
      </dsp:txXfrm>
    </dsp:sp>
    <dsp:sp modelId="{8BDD9153-D3DB-4AD3-978D-9683692B12DB}">
      <dsp:nvSpPr>
        <dsp:cNvPr id="0" name=""/>
        <dsp:cNvSpPr/>
      </dsp:nvSpPr>
      <dsp:spPr>
        <a:xfrm>
          <a:off x="0" y="3386056"/>
          <a:ext cx="105156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Trusts patch is installed correctly</a:t>
          </a:r>
        </a:p>
      </dsp:txBody>
      <dsp:txXfrm>
        <a:off x="33955" y="3420011"/>
        <a:ext cx="10447690" cy="62765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0E6B2-4DB1-454B-9B8B-028B6CDE1F86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9FAFD2-1A3A-4FA6-801B-342ADE31BD90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CE8B4B-2652-4075-B996-E18C3B191F8C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Gives formal mathematical proof that given input </a:t>
          </a:r>
          <a:r>
            <a:rPr lang="en-US" sz="2500" i="1" kern="1200"/>
            <a:t>i</a:t>
          </a:r>
          <a:r>
            <a:rPr lang="en-US" sz="2500" kern="1200"/>
            <a:t>, program </a:t>
          </a:r>
          <a:r>
            <a:rPr lang="en-US" sz="2500" i="1" kern="1200"/>
            <a:t>P</a:t>
          </a:r>
          <a:r>
            <a:rPr lang="en-US" sz="2500" kern="1200"/>
            <a:t> produces output </a:t>
          </a:r>
          <a:r>
            <a:rPr lang="en-US" sz="2500" i="1" kern="1200"/>
            <a:t>o</a:t>
          </a:r>
          <a:r>
            <a:rPr lang="en-US" sz="2500" kern="1200"/>
            <a:t> as specified</a:t>
          </a:r>
        </a:p>
      </dsp:txBody>
      <dsp:txXfrm>
        <a:off x="1435590" y="531"/>
        <a:ext cx="9080009" cy="1242935"/>
      </dsp:txXfrm>
    </dsp:sp>
    <dsp:sp modelId="{3A7741C6-46D7-4C45-923D-D49ED7CA26A7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E9988-45B2-487E-8DA0-A490FD7D4E48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2DDFC3-5990-455C-8F52-BDC6DE14804B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Suppose a security-related program </a:t>
          </a:r>
          <a:r>
            <a:rPr lang="en-US" sz="2500" i="1" kern="1200"/>
            <a:t>S</a:t>
          </a:r>
          <a:r>
            <a:rPr lang="en-US" sz="2500" kern="1200"/>
            <a:t> formally verified to work with operating system </a:t>
          </a:r>
          <a:r>
            <a:rPr lang="en-US" sz="2500" i="1" kern="1200"/>
            <a:t>O</a:t>
          </a:r>
          <a:endParaRPr lang="en-US" sz="2500" kern="1200"/>
        </a:p>
      </dsp:txBody>
      <dsp:txXfrm>
        <a:off x="1435590" y="1554201"/>
        <a:ext cx="9080009" cy="1242935"/>
      </dsp:txXfrm>
    </dsp:sp>
    <dsp:sp modelId="{D87DCC0D-C2AC-443D-8B60-7B0DA4A5DC80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0FD29-2845-4E3F-966D-98BA236D972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54050-2F76-4FCE-A712-24FC8CD0070B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What are the assumptions?</a:t>
          </a:r>
        </a:p>
      </dsp:txBody>
      <dsp:txXfrm>
        <a:off x="1435590" y="3107870"/>
        <a:ext cx="9080009" cy="12429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3A471-0240-4EFC-BC18-25EF0990879B}">
      <dsp:nvSpPr>
        <dsp:cNvPr id="0" name=""/>
        <dsp:cNvSpPr/>
      </dsp:nvSpPr>
      <dsp:spPr>
        <a:xfrm rot="5400000">
          <a:off x="6731621" y="-2839081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Bugs in automated theorem provers</a:t>
          </a:r>
        </a:p>
      </dsp:txBody>
      <dsp:txXfrm rot="-5400000">
        <a:off x="3785615" y="147831"/>
        <a:ext cx="6689078" cy="756160"/>
      </dsp:txXfrm>
    </dsp:sp>
    <dsp:sp modelId="{6A023420-52DC-4FD0-8C7B-15754CA9D343}">
      <dsp:nvSpPr>
        <dsp:cNvPr id="0" name=""/>
        <dsp:cNvSpPr/>
      </dsp:nvSpPr>
      <dsp:spPr>
        <a:xfrm>
          <a:off x="0" y="2177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Proof has no errors</a:t>
          </a:r>
        </a:p>
      </dsp:txBody>
      <dsp:txXfrm>
        <a:off x="51133" y="53310"/>
        <a:ext cx="3683350" cy="945199"/>
      </dsp:txXfrm>
    </dsp:sp>
    <dsp:sp modelId="{76E609D3-94E2-4699-8AED-0065D02CA519}">
      <dsp:nvSpPr>
        <dsp:cNvPr id="0" name=""/>
        <dsp:cNvSpPr/>
      </dsp:nvSpPr>
      <dsp:spPr>
        <a:xfrm>
          <a:off x="0" y="1102016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Preconditions hold in environment in which </a:t>
          </a:r>
          <a:r>
            <a:rPr lang="en-US" sz="2400" i="1" kern="1200" dirty="0"/>
            <a:t>S</a:t>
          </a:r>
          <a:r>
            <a:rPr lang="en-US" sz="2400" kern="1200" dirty="0"/>
            <a:t> is to be used</a:t>
          </a:r>
        </a:p>
      </dsp:txBody>
      <dsp:txXfrm>
        <a:off x="51133" y="1153149"/>
        <a:ext cx="3683350" cy="945199"/>
      </dsp:txXfrm>
    </dsp:sp>
    <dsp:sp modelId="{D384D3BA-0BFA-433A-B9CC-263FB84A42A5}">
      <dsp:nvSpPr>
        <dsp:cNvPr id="0" name=""/>
        <dsp:cNvSpPr/>
      </dsp:nvSpPr>
      <dsp:spPr>
        <a:xfrm rot="5400000">
          <a:off x="6731621" y="-639403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Compiler bugs, linker/loader/library problems</a:t>
          </a:r>
        </a:p>
      </dsp:txBody>
      <dsp:txXfrm rot="-5400000">
        <a:off x="3785615" y="2347509"/>
        <a:ext cx="6689078" cy="756160"/>
      </dsp:txXfrm>
    </dsp:sp>
    <dsp:sp modelId="{6B9B5B36-059E-4198-A70D-BA1F000CC306}">
      <dsp:nvSpPr>
        <dsp:cNvPr id="0" name=""/>
        <dsp:cNvSpPr/>
      </dsp:nvSpPr>
      <dsp:spPr>
        <a:xfrm>
          <a:off x="0" y="2201855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i="1" kern="1200" dirty="0"/>
            <a:t>S</a:t>
          </a:r>
          <a:r>
            <a:rPr lang="en-US" sz="2400" kern="1200" dirty="0"/>
            <a:t> transformed into executable </a:t>
          </a:r>
          <a:r>
            <a:rPr lang="en-US" sz="2400" i="1" kern="1200" dirty="0"/>
            <a:t>S</a:t>
          </a:r>
          <a:r>
            <a:rPr lang="en-US" sz="2400" i="1" kern="1200" dirty="0">
              <a:sym typeface="Symbol" panose="05050102010706020507" pitchFamily="18" charset="2"/>
            </a:rPr>
            <a:t></a:t>
          </a:r>
          <a:r>
            <a:rPr lang="en-US" sz="2400" kern="1200" dirty="0"/>
            <a:t> whose actions follow source code</a:t>
          </a:r>
        </a:p>
      </dsp:txBody>
      <dsp:txXfrm>
        <a:off x="51133" y="2252988"/>
        <a:ext cx="3683350" cy="945199"/>
      </dsp:txXfrm>
    </dsp:sp>
    <dsp:sp modelId="{35812B8F-8E65-4F60-AEAC-1BF6B778C772}">
      <dsp:nvSpPr>
        <dsp:cNvPr id="0" name=""/>
        <dsp:cNvSpPr/>
      </dsp:nvSpPr>
      <dsp:spPr>
        <a:xfrm rot="5400000">
          <a:off x="6731621" y="460435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Hardware bugs (</a:t>
          </a:r>
          <a:r>
            <a:rPr lang="en-US" sz="2500" kern="1200"/>
            <a:t>Pentium f00f </a:t>
          </a:r>
          <a:r>
            <a:rPr lang="en-US" sz="2500" kern="1200" dirty="0"/>
            <a:t>bug, for example)</a:t>
          </a:r>
        </a:p>
      </dsp:txBody>
      <dsp:txXfrm rot="-5400000">
        <a:off x="3785615" y="3447347"/>
        <a:ext cx="6689078" cy="756160"/>
      </dsp:txXfrm>
    </dsp:sp>
    <dsp:sp modelId="{CD635CD7-03CB-4506-A3FE-5D6DAB1BB796}">
      <dsp:nvSpPr>
        <dsp:cNvPr id="0" name=""/>
        <dsp:cNvSpPr/>
      </dsp:nvSpPr>
      <dsp:spPr>
        <a:xfrm>
          <a:off x="0" y="3301694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Hardware executes </a:t>
          </a:r>
          <a:r>
            <a:rPr lang="en-US" sz="2400" i="1" kern="1200" dirty="0"/>
            <a:t>S</a:t>
          </a:r>
          <a:r>
            <a:rPr lang="en-US" sz="2400" i="1" kern="1200" dirty="0">
              <a:sym typeface="Symbol" panose="05050102010706020507" pitchFamily="18" charset="2"/>
            </a:rPr>
            <a:t></a:t>
          </a:r>
          <a:r>
            <a:rPr lang="en-US" sz="2400" kern="1200" dirty="0"/>
            <a:t> as intended</a:t>
          </a:r>
        </a:p>
      </dsp:txBody>
      <dsp:txXfrm>
        <a:off x="51133" y="3352827"/>
        <a:ext cx="3683350" cy="94519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15518-A85B-4C26-8587-847E1D0FC7AA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individual user sets access control mechanism to allow or deny access to an object</a:t>
          </a:r>
        </a:p>
      </dsp:txBody>
      <dsp:txXfrm rot="-5400000">
        <a:off x="3785616" y="197117"/>
        <a:ext cx="6675221" cy="1012303"/>
      </dsp:txXfrm>
    </dsp:sp>
    <dsp:sp modelId="{8B387587-1FFC-4950-A757-AE357A92C409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Discretionary Access Control (DAC)</a:t>
          </a:r>
        </a:p>
      </dsp:txBody>
      <dsp:txXfrm>
        <a:off x="68454" y="70578"/>
        <a:ext cx="3648708" cy="1265378"/>
      </dsp:txXfrm>
    </dsp:sp>
    <dsp:sp modelId="{A42FE7B3-85CE-47F7-BEE5-187076001139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system mechanism controls access to object, and individual cannot alter that access</a:t>
          </a:r>
        </a:p>
      </dsp:txBody>
      <dsp:txXfrm rot="-5400000">
        <a:off x="3785616" y="1669517"/>
        <a:ext cx="6675221" cy="1012303"/>
      </dsp:txXfrm>
    </dsp:sp>
    <dsp:sp modelId="{A260451B-C9A8-4D78-8DA2-B734E08BB68A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Mandatory Access Control (MAC)</a:t>
          </a:r>
        </a:p>
      </dsp:txBody>
      <dsp:txXfrm>
        <a:off x="68454" y="1542979"/>
        <a:ext cx="3648708" cy="1265378"/>
      </dsp:txXfrm>
    </dsp:sp>
    <dsp:sp modelId="{745A8357-E715-48A0-81BC-EEEE6927ECEA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originator (creator) of information controls who can access information</a:t>
          </a:r>
        </a:p>
      </dsp:txBody>
      <dsp:txXfrm rot="-5400000">
        <a:off x="3785616" y="3141918"/>
        <a:ext cx="6675221" cy="1012303"/>
      </dsp:txXfrm>
    </dsp:sp>
    <dsp:sp modelId="{C08EAED9-110F-4AE8-9425-8583C2B6CC7E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Originator Controlled Access Control (ORCON)</a:t>
          </a:r>
        </a:p>
      </dsp:txBody>
      <dsp:txXfrm>
        <a:off x="68454" y="3015380"/>
        <a:ext cx="3648708" cy="1265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3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E9342-A0CF-441D-8031-A99377EDC029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07908-FFF3-4E06-8AAB-65081BE1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038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3123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47E00-66FE-4AE5-B79A-D00B823C99C6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87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71381"/>
            <a:ext cx="789940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B63D4-1D70-40BD-BDA7-41BED40817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07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5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582" y="6492875"/>
            <a:ext cx="6416964" cy="136525"/>
          </a:xfrm>
        </p:spPr>
        <p:txBody>
          <a:bodyPr/>
          <a:lstStyle/>
          <a:p>
            <a:r>
              <a:rPr lang="en-US" dirty="0"/>
              <a:t>Slides adapted and modified from Computer Security: Art &amp; Science By Matt Bishop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662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09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18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35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00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6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05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4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203200" y="5667376"/>
            <a:ext cx="2540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pitchFamily="34" charset="0"/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69319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8" name="Group 10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pitchFamily="34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pitchFamily="34" charset="0"/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079127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CDDD6-8C87-4C9D-B8B1-F905E3E845CB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06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581400" y="4221893"/>
            <a:ext cx="6629400" cy="930877"/>
          </a:xfrm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2800" b="1" dirty="0">
                <a:latin typeface="Baskerville Old Face" panose="02020602080505020303" pitchFamily="18" charset="0"/>
              </a:rPr>
              <a:t>SYSTEM SECURITY (CS F321)</a:t>
            </a:r>
            <a:br>
              <a:rPr lang="en-US" sz="2800" b="1" dirty="0">
                <a:latin typeface="Baskerville Old Face" panose="02020602080505020303" pitchFamily="18" charset="0"/>
              </a:rPr>
            </a:br>
            <a:r>
              <a:rPr lang="en-US" sz="2800" dirty="0">
                <a:latin typeface="Baskerville Old Face" panose="02020602080505020303" pitchFamily="18" charset="0"/>
              </a:rPr>
              <a:t>Security Policies</a:t>
            </a:r>
            <a:r>
              <a:rPr lang="en-US" sz="2800" dirty="0">
                <a:latin typeface="Baskerville Old Face" panose="02020602080505020303" pitchFamily="18" charset="0"/>
                <a:cs typeface="Arial" charset="0"/>
              </a:rPr>
              <a:t>	</a:t>
            </a:r>
          </a:p>
        </p:txBody>
      </p:sp>
      <p:sp>
        <p:nvSpPr>
          <p:cNvPr id="3" name="Content Placeholder 5"/>
          <p:cNvSpPr>
            <a:spLocks noGrp="1"/>
          </p:cNvSpPr>
          <p:nvPr/>
        </p:nvSpPr>
        <p:spPr>
          <a:xfrm>
            <a:off x="3687461" y="5152770"/>
            <a:ext cx="6019800" cy="533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r" defTabSz="914400" rtl="0" eaLnBrk="1" latinLnBrk="0" hangingPunct="1">
              <a:lnSpc>
                <a:spcPts val="1800"/>
              </a:lnSpc>
              <a:spcBef>
                <a:spcPts val="0"/>
              </a:spcBef>
              <a:buFont typeface="Arial" pitchFamily="34" charset="0"/>
              <a:buNone/>
              <a:defRPr sz="18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Book Antiqua" panose="02040602050305030304" pitchFamily="18" charset="0"/>
              </a:rPr>
              <a:t>Barsha Mitra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CSIS Dept., BITS 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42003754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BFC2976E-8863-94C6-A93D-501423A86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altLang="en-US" dirty="0"/>
              <a:t>Security Policy</a:t>
            </a:r>
          </a:p>
        </p:txBody>
      </p:sp>
      <p:graphicFrame>
        <p:nvGraphicFramePr>
          <p:cNvPr id="86059" name="Rectangle 3">
            <a:extLst>
              <a:ext uri="{FF2B5EF4-FFF2-40B4-BE49-F238E27FC236}">
                <a16:creationId xmlns:a16="http://schemas.microsoft.com/office/drawing/2014/main" id="{563EF2A5-0C97-9745-DBCB-EFB0AADC2B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401952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0EF195F-1591-D183-0717-466531173322}"/>
              </a:ext>
            </a:extLst>
          </p:cNvPr>
          <p:cNvSpPr txBox="1"/>
          <p:nvPr/>
        </p:nvSpPr>
        <p:spPr>
          <a:xfrm>
            <a:off x="838200" y="6450157"/>
            <a:ext cx="99660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223198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063" name="Rectangle 87062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065" name="Rectangle 87064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2A30C889-EF26-7FB2-0547-57476F4FB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672" y="668731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kern="1200">
                <a:latin typeface="+mj-lt"/>
                <a:ea typeface="+mj-ea"/>
                <a:cs typeface="+mj-cs"/>
              </a:rPr>
              <a:t>Confidentiality</a:t>
            </a:r>
            <a:endParaRPr lang="en-US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C289DCFA-001B-2ADE-D874-057C39F0DB92}"/>
              </a:ext>
            </a:extLst>
          </p:cNvPr>
          <p:cNvSpPr>
            <a:spLocks noChangeArrowheads="1"/>
          </p:cNvSpPr>
          <p:nvPr/>
        </p:nvSpPr>
        <p:spPr>
          <a:xfrm>
            <a:off x="554319" y="1773044"/>
            <a:ext cx="6169866" cy="4416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i="1" dirty="0">
                <a:solidFill>
                  <a:schemeClr val="tx2"/>
                </a:solidFill>
              </a:rPr>
              <a:t>X</a:t>
            </a:r>
            <a:r>
              <a:rPr lang="en-US" altLang="en-US" sz="2400" dirty="0">
                <a:solidFill>
                  <a:schemeClr val="tx2"/>
                </a:solidFill>
              </a:rPr>
              <a:t> set of entities, </a:t>
            </a:r>
            <a:r>
              <a:rPr lang="en-US" altLang="en-US" sz="2400" i="1" dirty="0">
                <a:solidFill>
                  <a:schemeClr val="tx2"/>
                </a:solidFill>
              </a:rPr>
              <a:t>I</a:t>
            </a:r>
            <a:r>
              <a:rPr lang="en-US" altLang="en-US" sz="2400" dirty="0">
                <a:solidFill>
                  <a:schemeClr val="tx2"/>
                </a:solidFill>
              </a:rPr>
              <a:t> is information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i="1" dirty="0">
                <a:solidFill>
                  <a:schemeClr val="tx2"/>
                </a:solidFill>
              </a:rPr>
              <a:t>I</a:t>
            </a:r>
            <a:r>
              <a:rPr lang="en-US" altLang="en-US" sz="2400" dirty="0">
                <a:solidFill>
                  <a:schemeClr val="tx2"/>
                </a:solidFill>
              </a:rPr>
              <a:t> has </a:t>
            </a:r>
            <a:r>
              <a:rPr lang="en-US" altLang="en-US" sz="2400" i="1" dirty="0">
                <a:solidFill>
                  <a:schemeClr val="tx2"/>
                </a:solidFill>
              </a:rPr>
              <a:t>confidentiality</a:t>
            </a:r>
            <a:r>
              <a:rPr lang="en-US" altLang="en-US" sz="2400" dirty="0">
                <a:solidFill>
                  <a:schemeClr val="tx2"/>
                </a:solidFill>
              </a:rPr>
              <a:t> property with respect to </a:t>
            </a:r>
            <a:r>
              <a:rPr lang="en-US" altLang="en-US" sz="2400" i="1" dirty="0">
                <a:solidFill>
                  <a:schemeClr val="tx2"/>
                </a:solidFill>
              </a:rPr>
              <a:t>X</a:t>
            </a:r>
            <a:r>
              <a:rPr lang="en-US" altLang="en-US" sz="2400" dirty="0">
                <a:solidFill>
                  <a:schemeClr val="tx2"/>
                </a:solidFill>
              </a:rPr>
              <a:t> if no </a:t>
            </a:r>
            <a:r>
              <a:rPr lang="en-US" altLang="en-US" sz="2400" i="1" dirty="0">
                <a:solidFill>
                  <a:schemeClr val="tx2"/>
                </a:solidFill>
              </a:rPr>
              <a:t>x</a:t>
            </a:r>
            <a:r>
              <a:rPr lang="en-US" altLang="en-US" sz="2400" dirty="0">
                <a:solidFill>
                  <a:schemeClr val="tx2"/>
                </a:solidFill>
              </a:rPr>
              <a:t> </a:t>
            </a:r>
            <a:r>
              <a:rPr lang="en-US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</a:t>
            </a:r>
            <a:r>
              <a:rPr lang="en-US" altLang="en-US" sz="2400" dirty="0">
                <a:solidFill>
                  <a:schemeClr val="tx2"/>
                </a:solidFill>
              </a:rPr>
              <a:t> </a:t>
            </a:r>
            <a:r>
              <a:rPr lang="en-US" altLang="en-US" sz="2400" i="1" dirty="0">
                <a:solidFill>
                  <a:schemeClr val="tx2"/>
                </a:solidFill>
              </a:rPr>
              <a:t>X</a:t>
            </a:r>
            <a:r>
              <a:rPr lang="en-US" altLang="en-US" sz="2400" dirty="0">
                <a:solidFill>
                  <a:schemeClr val="tx2"/>
                </a:solidFill>
              </a:rPr>
              <a:t> can obtain information from </a:t>
            </a:r>
            <a:r>
              <a:rPr lang="en-US" altLang="en-US" sz="2400" i="1" dirty="0">
                <a:solidFill>
                  <a:schemeClr val="tx2"/>
                </a:solidFill>
              </a:rPr>
              <a:t>I</a:t>
            </a:r>
            <a:endParaRPr lang="en-US" altLang="en-US" sz="2400" dirty="0">
              <a:solidFill>
                <a:schemeClr val="tx2"/>
              </a:solidFill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i="1" dirty="0">
                <a:solidFill>
                  <a:schemeClr val="tx2"/>
                </a:solidFill>
              </a:rPr>
              <a:t>I</a:t>
            </a:r>
            <a:r>
              <a:rPr lang="en-US" altLang="en-US" sz="2400" dirty="0">
                <a:solidFill>
                  <a:schemeClr val="tx2"/>
                </a:solidFill>
              </a:rPr>
              <a:t> can be disclosed to others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2"/>
                </a:solidFill>
              </a:rPr>
              <a:t>Example:</a:t>
            </a:r>
          </a:p>
          <a:p>
            <a:pPr marL="1179576" lvl="2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i="1" dirty="0">
                <a:solidFill>
                  <a:schemeClr val="tx2"/>
                </a:solidFill>
              </a:rPr>
              <a:t>X</a:t>
            </a:r>
            <a:r>
              <a:rPr lang="en-US" altLang="en-US" sz="2400" dirty="0">
                <a:solidFill>
                  <a:schemeClr val="tx2"/>
                </a:solidFill>
              </a:rPr>
              <a:t> set of students</a:t>
            </a:r>
          </a:p>
          <a:p>
            <a:pPr marL="1179576" lvl="2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i="1" dirty="0">
                <a:solidFill>
                  <a:schemeClr val="tx2"/>
                </a:solidFill>
              </a:rPr>
              <a:t>I</a:t>
            </a:r>
            <a:r>
              <a:rPr lang="en-US" altLang="en-US" sz="2400" dirty="0">
                <a:solidFill>
                  <a:schemeClr val="tx2"/>
                </a:solidFill>
              </a:rPr>
              <a:t> final exam answer key</a:t>
            </a:r>
          </a:p>
          <a:p>
            <a:pPr marL="1179576" lvl="2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i="1" dirty="0">
                <a:solidFill>
                  <a:schemeClr val="tx2"/>
                </a:solidFill>
              </a:rPr>
              <a:t>I</a:t>
            </a:r>
            <a:r>
              <a:rPr lang="en-US" altLang="en-US" sz="2400" dirty="0">
                <a:solidFill>
                  <a:schemeClr val="tx2"/>
                </a:solidFill>
              </a:rPr>
              <a:t> is confidential with respect to </a:t>
            </a:r>
            <a:r>
              <a:rPr lang="en-US" altLang="en-US" sz="2400" i="1" dirty="0">
                <a:solidFill>
                  <a:schemeClr val="tx2"/>
                </a:solidFill>
              </a:rPr>
              <a:t>X</a:t>
            </a:r>
            <a:r>
              <a:rPr lang="en-US" altLang="en-US" sz="2400" dirty="0">
                <a:solidFill>
                  <a:schemeClr val="tx2"/>
                </a:solidFill>
              </a:rPr>
              <a:t> if students cannot obtain final exam answer key</a:t>
            </a:r>
          </a:p>
        </p:txBody>
      </p:sp>
      <p:grpSp>
        <p:nvGrpSpPr>
          <p:cNvPr id="87067" name="Group 87066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87068" name="Freeform: Shape 87067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069" name="Freeform: Shape 87068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070" name="Freeform: Shape 87069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071" name="Freeform: Shape 87070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7060" name="Graphic 87059" descr="Lock">
            <a:extLst>
              <a:ext uri="{FF2B5EF4-FFF2-40B4-BE49-F238E27FC236}">
                <a16:creationId xmlns:a16="http://schemas.microsoft.com/office/drawing/2014/main" id="{17813AED-1344-9835-832A-36EC15045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9C407A-69D9-2AEC-7E1B-E92E959081FE}"/>
              </a:ext>
            </a:extLst>
          </p:cNvPr>
          <p:cNvSpPr txBox="1"/>
          <p:nvPr/>
        </p:nvSpPr>
        <p:spPr>
          <a:xfrm>
            <a:off x="729673" y="6439404"/>
            <a:ext cx="99660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Slides adapted and modified from Computer Security: Art &amp; Science By Matt Bishop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8510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E4C36880-903A-D01A-C454-7DBBE7C3E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6657" y="351450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Integrity</a:t>
            </a:r>
          </a:p>
        </p:txBody>
      </p:sp>
      <p:graphicFrame>
        <p:nvGraphicFramePr>
          <p:cNvPr id="88069" name="Rectangle 3">
            <a:extLst>
              <a:ext uri="{FF2B5EF4-FFF2-40B4-BE49-F238E27FC236}">
                <a16:creationId xmlns:a16="http://schemas.microsoft.com/office/drawing/2014/main" id="{99762FAF-ECA3-6250-9FB5-7DB7CA57A6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6241734"/>
              </p:ext>
            </p:extLst>
          </p:nvPr>
        </p:nvGraphicFramePr>
        <p:xfrm>
          <a:off x="441097" y="1368791"/>
          <a:ext cx="11068251" cy="5096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59C9EA-8881-0404-A3BE-79EBE239F745}"/>
              </a:ext>
            </a:extLst>
          </p:cNvPr>
          <p:cNvSpPr txBox="1"/>
          <p:nvPr/>
        </p:nvSpPr>
        <p:spPr>
          <a:xfrm>
            <a:off x="838200" y="6450445"/>
            <a:ext cx="99660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184209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21CA27B-374A-A024-40E6-EE85F0913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Availability</a:t>
            </a:r>
          </a:p>
        </p:txBody>
      </p:sp>
      <p:graphicFrame>
        <p:nvGraphicFramePr>
          <p:cNvPr id="89093" name="Rectangle 3">
            <a:extLst>
              <a:ext uri="{FF2B5EF4-FFF2-40B4-BE49-F238E27FC236}">
                <a16:creationId xmlns:a16="http://schemas.microsoft.com/office/drawing/2014/main" id="{AC3B501E-E1B4-9CFF-514D-35699E937C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8144235"/>
              </p:ext>
            </p:extLst>
          </p:nvPr>
        </p:nvGraphicFramePr>
        <p:xfrm>
          <a:off x="838199" y="1549667"/>
          <a:ext cx="10856495" cy="47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41F7CC-CAC9-43F6-83A6-1D552CC89FCD}"/>
              </a:ext>
            </a:extLst>
          </p:cNvPr>
          <p:cNvSpPr txBox="1"/>
          <p:nvPr/>
        </p:nvSpPr>
        <p:spPr>
          <a:xfrm>
            <a:off x="838200" y="6459682"/>
            <a:ext cx="99660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371245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017320B5-05F7-D7B9-DDD5-ACD0AED2C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altLang="en-US"/>
              <a:t>Types of Security Policies</a:t>
            </a:r>
          </a:p>
        </p:txBody>
      </p:sp>
      <p:graphicFrame>
        <p:nvGraphicFramePr>
          <p:cNvPr id="98309" name="Rectangle 3">
            <a:extLst>
              <a:ext uri="{FF2B5EF4-FFF2-40B4-BE49-F238E27FC236}">
                <a16:creationId xmlns:a16="http://schemas.microsoft.com/office/drawing/2014/main" id="{F09C4E22-331E-5293-6292-4AA935D5A5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31323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D9D304-9F7B-14FD-0AAC-096464A18D11}"/>
              </a:ext>
            </a:extLst>
          </p:cNvPr>
          <p:cNvSpPr txBox="1"/>
          <p:nvPr/>
        </p:nvSpPr>
        <p:spPr>
          <a:xfrm>
            <a:off x="988291" y="6492875"/>
            <a:ext cx="99660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394268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D1890C37-D27A-BF33-DD70-4F6BE4EC1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Integrity and Transactions</a:t>
            </a:r>
          </a:p>
        </p:txBody>
      </p:sp>
      <p:graphicFrame>
        <p:nvGraphicFramePr>
          <p:cNvPr id="99333" name="Rectangle 3">
            <a:extLst>
              <a:ext uri="{FF2B5EF4-FFF2-40B4-BE49-F238E27FC236}">
                <a16:creationId xmlns:a16="http://schemas.microsoft.com/office/drawing/2014/main" id="{3C3541C9-CFC0-90B3-2AA5-3DCBB70E618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037919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F46A41-70FB-26B0-5115-9A42C7C892B4}"/>
              </a:ext>
            </a:extLst>
          </p:cNvPr>
          <p:cNvSpPr txBox="1"/>
          <p:nvPr/>
        </p:nvSpPr>
        <p:spPr>
          <a:xfrm>
            <a:off x="838200" y="6496627"/>
            <a:ext cx="99660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38082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0634F-E6B8-F06F-9E7C-615AA0E0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Dark Side of Software Update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677BE47-3CDB-9A7A-C5B0-58DE39EE3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7308" y="591344"/>
            <a:ext cx="7460212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Big Case: “</a:t>
            </a:r>
            <a:r>
              <a:rPr lang="en-US" b="1" dirty="0" err="1">
                <a:solidFill>
                  <a:schemeClr val="bg1"/>
                </a:solidFill>
              </a:rPr>
              <a:t>Batterygate</a:t>
            </a:r>
            <a:r>
              <a:rPr lang="en-US" b="1" dirty="0">
                <a:solidFill>
                  <a:schemeClr val="bg1"/>
                </a:solidFill>
              </a:rPr>
              <a:t>” Lawsuit</a:t>
            </a:r>
          </a:p>
          <a:p>
            <a:r>
              <a:rPr lang="en-US" b="1" dirty="0">
                <a:solidFill>
                  <a:schemeClr val="bg1"/>
                </a:solidFill>
              </a:rPr>
              <a:t>Background</a:t>
            </a:r>
            <a:r>
              <a:rPr lang="en-US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In </a:t>
            </a:r>
            <a:r>
              <a:rPr lang="en-US" b="1" dirty="0">
                <a:solidFill>
                  <a:schemeClr val="bg1"/>
                </a:solidFill>
              </a:rPr>
              <a:t>2017</a:t>
            </a:r>
            <a:r>
              <a:rPr lang="en-US" dirty="0">
                <a:solidFill>
                  <a:schemeClr val="bg1"/>
                </a:solidFill>
              </a:rPr>
              <a:t>, Apple admitted that certain iOS updates </a:t>
            </a:r>
            <a:r>
              <a:rPr lang="en-US" b="1" dirty="0">
                <a:solidFill>
                  <a:schemeClr val="bg1"/>
                </a:solidFill>
              </a:rPr>
              <a:t>intentionally slowed down older iPhones</a:t>
            </a:r>
            <a:r>
              <a:rPr lang="en-US" dirty="0">
                <a:solidFill>
                  <a:schemeClr val="bg1"/>
                </a:solidFill>
              </a:rPr>
              <a:t> when their batteries aged.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Apple said this was to prevent unexpected shutdowns.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Users felt deceived because Apple never disclosed this behavior upfront.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Many believed Apple was pushing “planned obsolescence” to make people buy new phones.</a:t>
            </a:r>
          </a:p>
          <a:p>
            <a:r>
              <a:rPr lang="en-US" b="1" dirty="0">
                <a:solidFill>
                  <a:schemeClr val="bg1"/>
                </a:solidFill>
              </a:rPr>
              <a:t>Devices Affected</a:t>
            </a:r>
            <a:r>
              <a:rPr lang="en-US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iPhone 6, 6 Plus, 6s, 6s Plus, 7, 7 Plus, and SE (1st gen).</a:t>
            </a:r>
          </a:p>
          <a:p>
            <a:pPr marL="0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42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0F2A7-DD74-8500-593C-B19B1D36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77688-DFC8-B761-A279-9216B656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Dark Side of Software Update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95685-570C-E102-F23B-44F91D5D6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7308" y="591344"/>
            <a:ext cx="7389092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Lawsuits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Multiple class-action lawsuits were filed worldwide.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In the U.S., Apple agreed to pay </a:t>
            </a:r>
            <a:r>
              <a:rPr lang="en-US" b="1" dirty="0">
                <a:solidFill>
                  <a:schemeClr val="bg1"/>
                </a:solidFill>
              </a:rPr>
              <a:t>$310–500 million</a:t>
            </a:r>
            <a:r>
              <a:rPr lang="en-US" dirty="0">
                <a:solidFill>
                  <a:schemeClr val="bg1"/>
                </a:solidFill>
              </a:rPr>
              <a:t> to settle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Eligible users could claim about </a:t>
            </a:r>
            <a:r>
              <a:rPr lang="en-US" b="1" dirty="0">
                <a:solidFill>
                  <a:schemeClr val="bg1"/>
                </a:solidFill>
              </a:rPr>
              <a:t>$25 per affected iPhone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b="1" dirty="0">
                <a:solidFill>
                  <a:schemeClr val="bg1"/>
                </a:solidFill>
              </a:rPr>
              <a:t>Global Legal Fallout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France</a:t>
            </a:r>
            <a:r>
              <a:rPr lang="en-US" dirty="0">
                <a:solidFill>
                  <a:schemeClr val="bg1"/>
                </a:solidFill>
              </a:rPr>
              <a:t> fined Apple </a:t>
            </a:r>
            <a:r>
              <a:rPr lang="en-US" b="1" dirty="0">
                <a:solidFill>
                  <a:schemeClr val="bg1"/>
                </a:solidFill>
              </a:rPr>
              <a:t>€25 million</a:t>
            </a:r>
            <a:r>
              <a:rPr lang="en-US" dirty="0">
                <a:solidFill>
                  <a:schemeClr val="bg1"/>
                </a:solidFill>
              </a:rPr>
              <a:t> for misleading consumers.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Italy</a:t>
            </a:r>
            <a:r>
              <a:rPr lang="en-US" dirty="0">
                <a:solidFill>
                  <a:schemeClr val="bg1"/>
                </a:solidFill>
              </a:rPr>
              <a:t> fined Apple </a:t>
            </a:r>
            <a:r>
              <a:rPr lang="en-US" b="1" dirty="0">
                <a:solidFill>
                  <a:schemeClr val="bg1"/>
                </a:solidFill>
              </a:rPr>
              <a:t>€10 million</a:t>
            </a:r>
            <a:r>
              <a:rPr lang="en-US" dirty="0">
                <a:solidFill>
                  <a:schemeClr val="bg1"/>
                </a:solidFill>
              </a:rPr>
              <a:t> for unfair commercial practices.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Other countries launched investigations into “planned obsolescence.”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60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3843695D-0BA9-5952-D1F9-BD826A482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Trust</a:t>
            </a:r>
          </a:p>
        </p:txBody>
      </p:sp>
      <p:graphicFrame>
        <p:nvGraphicFramePr>
          <p:cNvPr id="100357" name="Rectangle 3">
            <a:extLst>
              <a:ext uri="{FF2B5EF4-FFF2-40B4-BE49-F238E27FC236}">
                <a16:creationId xmlns:a16="http://schemas.microsoft.com/office/drawing/2014/main" id="{DA35A6E3-DE63-DE74-4C40-0A295344BB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392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C0940F-C657-0B13-DFDB-7418862B3377}"/>
              </a:ext>
            </a:extLst>
          </p:cNvPr>
          <p:cNvSpPr txBox="1"/>
          <p:nvPr/>
        </p:nvSpPr>
        <p:spPr>
          <a:xfrm>
            <a:off x="914400" y="6496627"/>
            <a:ext cx="99660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1825499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6AE05CBE-FEAF-528E-623E-0A48ABBAD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altLang="en-US"/>
              <a:t>Trust in Formal Verification</a:t>
            </a:r>
          </a:p>
        </p:txBody>
      </p:sp>
      <p:graphicFrame>
        <p:nvGraphicFramePr>
          <p:cNvPr id="101381" name="Rectangle 3">
            <a:extLst>
              <a:ext uri="{FF2B5EF4-FFF2-40B4-BE49-F238E27FC236}">
                <a16:creationId xmlns:a16="http://schemas.microsoft.com/office/drawing/2014/main" id="{F88E2D58-7DFA-AF51-C011-DF5A1E650B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0002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FF4F9AB-5BF5-9701-F9A3-64594ADBF94C}"/>
              </a:ext>
            </a:extLst>
          </p:cNvPr>
          <p:cNvSpPr txBox="1"/>
          <p:nvPr/>
        </p:nvSpPr>
        <p:spPr>
          <a:xfrm>
            <a:off x="932873" y="6492875"/>
            <a:ext cx="99660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1012336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D0FCF49B-2476-864D-CFF4-5753B82E02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altLang="en-US"/>
              <a:t>Trust in Formal Methods</a:t>
            </a:r>
          </a:p>
        </p:txBody>
      </p:sp>
      <p:graphicFrame>
        <p:nvGraphicFramePr>
          <p:cNvPr id="102406" name="Rectangle 3">
            <a:extLst>
              <a:ext uri="{FF2B5EF4-FFF2-40B4-BE49-F238E27FC236}">
                <a16:creationId xmlns:a16="http://schemas.microsoft.com/office/drawing/2014/main" id="{E4D7D4DF-E911-1932-7FC1-3C853CA2B5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68324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5C61D7-CC5F-9539-636E-26CAAF35D319}"/>
              </a:ext>
            </a:extLst>
          </p:cNvPr>
          <p:cNvSpPr txBox="1"/>
          <p:nvPr/>
        </p:nvSpPr>
        <p:spPr>
          <a:xfrm>
            <a:off x="838200" y="6492875"/>
            <a:ext cx="99660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4114969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95AA462B-E072-E5DF-AF2B-B5C68BDD4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altLang="en-US"/>
              <a:t>Types of Access Control</a:t>
            </a:r>
          </a:p>
        </p:txBody>
      </p:sp>
      <p:graphicFrame>
        <p:nvGraphicFramePr>
          <p:cNvPr id="103429" name="Rectangle 3">
            <a:extLst>
              <a:ext uri="{FF2B5EF4-FFF2-40B4-BE49-F238E27FC236}">
                <a16:creationId xmlns:a16="http://schemas.microsoft.com/office/drawing/2014/main" id="{688954A0-2D26-C676-A099-9CE237DCD3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996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CEE2AB-5518-99C1-A2F2-FE86BE60E7B2}"/>
              </a:ext>
            </a:extLst>
          </p:cNvPr>
          <p:cNvSpPr txBox="1"/>
          <p:nvPr/>
        </p:nvSpPr>
        <p:spPr>
          <a:xfrm>
            <a:off x="932873" y="6492875"/>
            <a:ext cx="99660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2975756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93493" y="2967335"/>
            <a:ext cx="380501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00F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  <a:endParaRPr lang="en-US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000FF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17322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5950</TotalTime>
  <Words>848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Baskerville Old Face</vt:lpstr>
      <vt:lpstr>Book Antiqua</vt:lpstr>
      <vt:lpstr>Calibri</vt:lpstr>
      <vt:lpstr>Calibri Light</vt:lpstr>
      <vt:lpstr>Symbol</vt:lpstr>
      <vt:lpstr>Office 2013 - 2022 Theme</vt:lpstr>
      <vt:lpstr>SYSTEM SECURITY (CS F321) Security Policies </vt:lpstr>
      <vt:lpstr>Security Policy</vt:lpstr>
      <vt:lpstr>Confidentiality</vt:lpstr>
      <vt:lpstr>Integrity</vt:lpstr>
      <vt:lpstr>Availability</vt:lpstr>
      <vt:lpstr>Types of Security Policies</vt:lpstr>
      <vt:lpstr>Integrity and Transactions</vt:lpstr>
      <vt:lpstr>The Dark Side of Software Update</vt:lpstr>
      <vt:lpstr>The Dark Side of Software Update</vt:lpstr>
      <vt:lpstr>Trust</vt:lpstr>
      <vt:lpstr>Trust in Formal Verification</vt:lpstr>
      <vt:lpstr>Trust in Formal Methods</vt:lpstr>
      <vt:lpstr>Types of Access Control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Software Engineering</dc:title>
  <dc:creator>admin</dc:creator>
  <cp:lastModifiedBy>Barsha Mitra</cp:lastModifiedBy>
  <cp:revision>433</cp:revision>
  <cp:lastPrinted>2018-08-03T03:52:21Z</cp:lastPrinted>
  <dcterms:created xsi:type="dcterms:W3CDTF">2016-05-19T10:09:53Z</dcterms:created>
  <dcterms:modified xsi:type="dcterms:W3CDTF">2025-08-19T07:30:10Z</dcterms:modified>
</cp:coreProperties>
</file>